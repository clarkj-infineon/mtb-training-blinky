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heme/theme2.xml" ContentType="application/vnd.openxmlformats-officedocument.theme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heme/theme3.xml" ContentType="application/vnd.openxmlformats-officedocument.theme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notesSlides/notesSlide1.xml" ContentType="application/vnd.openxmlformats-officedocument.presentationml.notesSlide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notesSlides/notesSlide2.xml" ContentType="application/vnd.openxmlformats-officedocument.presentationml.notesSlide+xml"/>
  <Override PartName="/ppt/tags/tag237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notesSlides/notesSlide4.xml" ContentType="application/vnd.openxmlformats-officedocument.presentationml.notesSlide+xml"/>
  <Override PartName="/ppt/tags/tag243.xml" ContentType="application/vnd.openxmlformats-officedocument.presentationml.tags+xml"/>
  <Override PartName="/ppt/notesSlides/notesSlide5.xml" ContentType="application/vnd.openxmlformats-officedocument.presentationml.notesSlide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notesSlides/notesSlide6.xml" ContentType="application/vnd.openxmlformats-officedocument.presentationml.notesSlide+xml"/>
  <Override PartName="/ppt/tags/tag251.xml" ContentType="application/vnd.openxmlformats-officedocument.presentationml.tags+xml"/>
  <Override PartName="/ppt/notesSlides/notesSlide7.xml" ContentType="application/vnd.openxmlformats-officedocument.presentationml.notesSlide+xml"/>
  <Override PartName="/ppt/tags/tag252.xml" ContentType="application/vnd.openxmlformats-officedocument.presentationml.tags+xml"/>
  <Override PartName="/ppt/notesSlides/notesSlide8.xml" ContentType="application/vnd.openxmlformats-officedocument.presentationml.notesSlide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notesSlides/notesSlide9.xml" ContentType="application/vnd.openxmlformats-officedocument.presentationml.notesSlide+xml"/>
  <Override PartName="/ppt/tags/tag261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4"/>
  </p:sldMasterIdLst>
  <p:notesMasterIdLst>
    <p:notesMasterId r:id="rId56"/>
  </p:notesMasterIdLst>
  <p:handoutMasterIdLst>
    <p:handoutMasterId r:id="rId57"/>
  </p:handoutMasterIdLst>
  <p:sldIdLst>
    <p:sldId id="270" r:id="rId5"/>
    <p:sldId id="286" r:id="rId6"/>
    <p:sldId id="302" r:id="rId7"/>
    <p:sldId id="287" r:id="rId8"/>
    <p:sldId id="273" r:id="rId9"/>
    <p:sldId id="899" r:id="rId10"/>
    <p:sldId id="2147473756" r:id="rId11"/>
    <p:sldId id="304" r:id="rId12"/>
    <p:sldId id="306" r:id="rId13"/>
    <p:sldId id="307" r:id="rId14"/>
    <p:sldId id="308" r:id="rId15"/>
    <p:sldId id="313" r:id="rId16"/>
    <p:sldId id="288" r:id="rId17"/>
    <p:sldId id="275" r:id="rId18"/>
    <p:sldId id="309" r:id="rId19"/>
    <p:sldId id="310" r:id="rId20"/>
    <p:sldId id="311" r:id="rId21"/>
    <p:sldId id="312" r:id="rId22"/>
    <p:sldId id="314" r:id="rId23"/>
    <p:sldId id="290" r:id="rId24"/>
    <p:sldId id="896" r:id="rId25"/>
    <p:sldId id="854" r:id="rId26"/>
    <p:sldId id="294" r:id="rId27"/>
    <p:sldId id="898" r:id="rId28"/>
    <p:sldId id="2147473757" r:id="rId29"/>
    <p:sldId id="291" r:id="rId30"/>
    <p:sldId id="295" r:id="rId31"/>
    <p:sldId id="879" r:id="rId32"/>
    <p:sldId id="2147473758" r:id="rId33"/>
    <p:sldId id="2147473759" r:id="rId34"/>
    <p:sldId id="2147473760" r:id="rId35"/>
    <p:sldId id="2147473761" r:id="rId36"/>
    <p:sldId id="2147473762" r:id="rId37"/>
    <p:sldId id="292" r:id="rId38"/>
    <p:sldId id="296" r:id="rId39"/>
    <p:sldId id="2147473763" r:id="rId40"/>
    <p:sldId id="2147473764" r:id="rId41"/>
    <p:sldId id="2147473765" r:id="rId42"/>
    <p:sldId id="2147473766" r:id="rId43"/>
    <p:sldId id="2147473767" r:id="rId44"/>
    <p:sldId id="2147473768" r:id="rId45"/>
    <p:sldId id="2147473769" r:id="rId46"/>
    <p:sldId id="297" r:id="rId47"/>
    <p:sldId id="298" r:id="rId48"/>
    <p:sldId id="880" r:id="rId49"/>
    <p:sldId id="2147473770" r:id="rId50"/>
    <p:sldId id="2147473771" r:id="rId51"/>
    <p:sldId id="299" r:id="rId52"/>
    <p:sldId id="271" r:id="rId53"/>
    <p:sldId id="2147473772" r:id="rId54"/>
    <p:sldId id="274" r:id="rId55"/>
  </p:sldIdLst>
  <p:sldSz cx="12192000" cy="6858000"/>
  <p:notesSz cx="7099300" cy="10234613"/>
  <p:custDataLst>
    <p:tags r:id="rId5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3657509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4267093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4876678" algn="l" defTabSz="121917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87">
          <p15:clr>
            <a:srgbClr val="A4A3A4"/>
          </p15:clr>
        </p15:guide>
        <p15:guide id="2" orient="horz" pos="638">
          <p15:clr>
            <a:srgbClr val="A4A3A4"/>
          </p15:clr>
        </p15:guide>
        <p15:guide id="3" orient="horz" pos="453">
          <p15:clr>
            <a:srgbClr val="A4A3A4"/>
          </p15:clr>
        </p15:guide>
        <p15:guide id="4" orient="horz" pos="6262">
          <p15:clr>
            <a:srgbClr val="A4A3A4"/>
          </p15:clr>
        </p15:guide>
        <p15:guide id="5" pos="4186">
          <p15:clr>
            <a:srgbClr val="A4A3A4"/>
          </p15:clr>
        </p15:guide>
        <p15:guide id="6" pos="286">
          <p15:clr>
            <a:srgbClr val="A4A3A4"/>
          </p15:clr>
        </p15:guide>
        <p15:guide id="7" pos="830">
          <p15:clr>
            <a:srgbClr val="A4A3A4"/>
          </p15:clr>
        </p15:guide>
        <p15:guide id="8" pos="386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9525" cmpd="sng">
              <a:solidFill>
                <a:schemeClr val="lt1"/>
              </a:solidFill>
            </a:ln>
          </a:left>
          <a:right>
            <a:ln w="9525" cmpd="sng">
              <a:solidFill>
                <a:srgbClr val="FFFFFF"/>
              </a:solidFill>
            </a:ln>
          </a:right>
          <a:top>
            <a:ln w="9525" cmpd="sng">
              <a:solidFill>
                <a:srgbClr val="FFFFFF"/>
              </a:solidFill>
            </a:ln>
          </a:top>
          <a:bottom>
            <a:ln w="9525" cmpd="sng">
              <a:solidFill>
                <a:srgbClr val="FFFFFF"/>
              </a:solidFill>
            </a:ln>
          </a:bottom>
          <a:insideH>
            <a:ln w="9525" cmpd="sng">
              <a:solidFill>
                <a:srgbClr val="FFFFFF"/>
              </a:solidFill>
            </a:ln>
          </a:insideH>
          <a:insideV>
            <a:ln w="9525" cmpd="sng">
              <a:solidFill>
                <a:srgbClr val="FFFFFF"/>
              </a:solidFill>
            </a:ln>
          </a:insideV>
        </a:tcBdr>
        <a:fill>
          <a:solidFill>
            <a:schemeClr val="lt2"/>
          </a:solidFill>
        </a:fill>
      </a:tcStyle>
    </a:wholeTbl>
    <a:band1H>
      <a:tcStyle>
        <a:tcBdr/>
      </a:tcStyle>
    </a:band1H>
    <a:band2H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H>
    <a:band1V>
      <a:tcStyle>
        <a:tcBdr/>
      </a:tcStyle>
    </a:band1V>
    <a:band2V>
      <a:tcTxStyle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band2V>
    <a:la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lastRow>
    <a:firstRow>
      <a:tcTxStyle b="on">
        <a:fontRef idx="minor">
          <a:prstClr val="white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6" autoAdjust="0"/>
    <p:restoredTop sz="94696" autoAdjust="0"/>
  </p:normalViewPr>
  <p:slideViewPr>
    <p:cSldViewPr snapToObjects="1" showGuides="1">
      <p:cViewPr varScale="1">
        <p:scale>
          <a:sx n="103" d="100"/>
          <a:sy n="103" d="100"/>
        </p:scale>
        <p:origin x="114" y="40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70" d="100"/>
          <a:sy n="70" d="100"/>
        </p:scale>
        <p:origin x="2268" y="42"/>
      </p:cViewPr>
      <p:guideLst>
        <p:guide orient="horz" pos="187"/>
        <p:guide orient="horz" pos="638"/>
        <p:guide orient="horz" pos="453"/>
        <p:guide orient="horz" pos="6262"/>
        <p:guide pos="4186"/>
        <p:guide pos="286"/>
        <p:guide pos="830"/>
        <p:guide pos="386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gs" Target="tags/tag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C94478-52E0-450A-96F9-41A72CB0F87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BF0A1A-73AD-4747-9F39-BE67420B7DEF}">
      <dgm:prSet phldrT="[Text]" phldr="0"/>
      <dgm:spPr/>
      <dgm:t>
        <a:bodyPr/>
        <a:lstStyle/>
        <a:p>
          <a:r>
            <a:rPr lang="en-US" b="1" dirty="0"/>
            <a:t>Working </a:t>
          </a:r>
          <a:br>
            <a:rPr lang="en-US" b="1" dirty="0"/>
          </a:br>
          <a:r>
            <a:rPr lang="en-US" b="1" dirty="0"/>
            <a:t>Directory</a:t>
          </a:r>
        </a:p>
      </dgm:t>
    </dgm:pt>
    <dgm:pt modelId="{E6D57349-53A1-4EBB-9333-7712F78C6ECA}" type="parTrans" cxnId="{1A594B70-54DC-4D6F-B5FC-6358820252EB}">
      <dgm:prSet/>
      <dgm:spPr/>
      <dgm:t>
        <a:bodyPr/>
        <a:lstStyle/>
        <a:p>
          <a:endParaRPr lang="en-US"/>
        </a:p>
      </dgm:t>
    </dgm:pt>
    <dgm:pt modelId="{B8D5577F-99BA-458E-B591-EF143B976DD5}" type="sibTrans" cxnId="{1A594B70-54DC-4D6F-B5FC-6358820252EB}">
      <dgm:prSet/>
      <dgm:spPr/>
      <dgm:t>
        <a:bodyPr/>
        <a:lstStyle/>
        <a:p>
          <a:endParaRPr lang="en-US"/>
        </a:p>
      </dgm:t>
    </dgm:pt>
    <dgm:pt modelId="{B170ED50-4794-45CE-9610-55F3CC8F8C78}">
      <dgm:prSet phldrT="[Text]" phldr="0"/>
      <dgm:spPr/>
      <dgm:t>
        <a:bodyPr/>
        <a:lstStyle/>
        <a:p>
          <a:r>
            <a:rPr lang="en-US" b="1" dirty="0"/>
            <a:t>Staging </a:t>
          </a:r>
          <a:br>
            <a:rPr lang="en-US" b="1" dirty="0"/>
          </a:br>
          <a:r>
            <a:rPr lang="en-US" b="1" dirty="0"/>
            <a:t>Area</a:t>
          </a:r>
        </a:p>
      </dgm:t>
    </dgm:pt>
    <dgm:pt modelId="{24371706-2297-4BBF-83D2-456F0F2526AD}" type="parTrans" cxnId="{0D93FACA-24BB-44BC-AA9D-5D8131BF45D9}">
      <dgm:prSet/>
      <dgm:spPr/>
      <dgm:t>
        <a:bodyPr/>
        <a:lstStyle/>
        <a:p>
          <a:endParaRPr lang="en-US"/>
        </a:p>
      </dgm:t>
    </dgm:pt>
    <dgm:pt modelId="{6B96115C-2B46-4EDA-9CC9-6051ADA00CAF}" type="sibTrans" cxnId="{0D93FACA-24BB-44BC-AA9D-5D8131BF45D9}">
      <dgm:prSet/>
      <dgm:spPr/>
      <dgm:t>
        <a:bodyPr/>
        <a:lstStyle/>
        <a:p>
          <a:endParaRPr lang="en-US"/>
        </a:p>
      </dgm:t>
    </dgm:pt>
    <dgm:pt modelId="{169AA230-9545-46DC-8820-058912A9A044}">
      <dgm:prSet phldrT="[Text]" phldr="0"/>
      <dgm:spPr/>
      <dgm:t>
        <a:bodyPr/>
        <a:lstStyle/>
        <a:p>
          <a:r>
            <a:rPr lang="en-US" b="1" dirty="0"/>
            <a:t>Remote </a:t>
          </a:r>
          <a:r>
            <a:rPr lang="en-US" b="1" dirty="0" err="1"/>
            <a:t>Respository</a:t>
          </a:r>
          <a:endParaRPr lang="en-US" b="1" dirty="0"/>
        </a:p>
      </dgm:t>
    </dgm:pt>
    <dgm:pt modelId="{61CF6525-7B47-4193-8760-22ADDBAEE1AB}" type="parTrans" cxnId="{45772899-6FA0-4C49-AF4E-18A9BFBC2FC8}">
      <dgm:prSet/>
      <dgm:spPr/>
      <dgm:t>
        <a:bodyPr/>
        <a:lstStyle/>
        <a:p>
          <a:endParaRPr lang="en-US"/>
        </a:p>
      </dgm:t>
    </dgm:pt>
    <dgm:pt modelId="{132B97B0-FBD6-45DB-A55B-A4C526FFFE5A}" type="sibTrans" cxnId="{45772899-6FA0-4C49-AF4E-18A9BFBC2FC8}">
      <dgm:prSet/>
      <dgm:spPr/>
      <dgm:t>
        <a:bodyPr/>
        <a:lstStyle/>
        <a:p>
          <a:endParaRPr lang="en-US"/>
        </a:p>
      </dgm:t>
    </dgm:pt>
    <dgm:pt modelId="{1D62DF62-878F-43C9-A209-A04D9398D71B}">
      <dgm:prSet phldrT="[Text]" phldr="0"/>
      <dgm:spPr/>
      <dgm:t>
        <a:bodyPr/>
        <a:lstStyle/>
        <a:p>
          <a:r>
            <a:rPr lang="en-US" dirty="0"/>
            <a:t>Your local files</a:t>
          </a:r>
        </a:p>
      </dgm:t>
    </dgm:pt>
    <dgm:pt modelId="{1499C2B3-C4EC-4B57-BB2C-C2EE8750685C}" type="parTrans" cxnId="{2C9C5D10-08AC-495F-8DF0-F96C5080388A}">
      <dgm:prSet/>
      <dgm:spPr/>
      <dgm:t>
        <a:bodyPr/>
        <a:lstStyle/>
        <a:p>
          <a:endParaRPr lang="en-US"/>
        </a:p>
      </dgm:t>
    </dgm:pt>
    <dgm:pt modelId="{0D948D73-4C0D-49A5-B024-B83843DB539C}" type="sibTrans" cxnId="{2C9C5D10-08AC-495F-8DF0-F96C5080388A}">
      <dgm:prSet/>
      <dgm:spPr/>
      <dgm:t>
        <a:bodyPr/>
        <a:lstStyle/>
        <a:p>
          <a:endParaRPr lang="en-US"/>
        </a:p>
      </dgm:t>
    </dgm:pt>
    <dgm:pt modelId="{A62E6D07-0C49-4AC3-9131-B3D10A2E48D2}">
      <dgm:prSet phldrT="[Text]" phldr="0"/>
      <dgm:spPr/>
      <dgm:t>
        <a:bodyPr/>
        <a:lstStyle/>
        <a:p>
          <a:r>
            <a:rPr lang="en-US"/>
            <a:t>Edit freely here</a:t>
          </a:r>
        </a:p>
      </dgm:t>
    </dgm:pt>
    <dgm:pt modelId="{4029A5F8-C955-40D7-A599-05EE8FA88E1A}" type="parTrans" cxnId="{C96CFF36-F432-4CEA-93AD-70D76C4F8CD2}">
      <dgm:prSet/>
      <dgm:spPr/>
      <dgm:t>
        <a:bodyPr/>
        <a:lstStyle/>
        <a:p>
          <a:endParaRPr lang="en-US"/>
        </a:p>
      </dgm:t>
    </dgm:pt>
    <dgm:pt modelId="{303C50FE-FCB0-482A-9F41-AE5DB134653F}" type="sibTrans" cxnId="{C96CFF36-F432-4CEA-93AD-70D76C4F8CD2}">
      <dgm:prSet/>
      <dgm:spPr/>
      <dgm:t>
        <a:bodyPr/>
        <a:lstStyle/>
        <a:p>
          <a:endParaRPr lang="en-US"/>
        </a:p>
      </dgm:t>
    </dgm:pt>
    <dgm:pt modelId="{F4A2A5C4-3BA0-4E6C-A414-235185469B25}">
      <dgm:prSet phldrT="[Text]" phldr="0"/>
      <dgm:spPr/>
      <dgm:t>
        <a:bodyPr/>
        <a:lstStyle/>
        <a:p>
          <a:r>
            <a:rPr lang="en-US"/>
            <a:t>Changes selected for next commit</a:t>
          </a:r>
          <a:endParaRPr lang="en-US" dirty="0"/>
        </a:p>
      </dgm:t>
    </dgm:pt>
    <dgm:pt modelId="{BDC5FC77-6383-4BF7-B039-DBFA12084EA6}" type="parTrans" cxnId="{90426B95-3FB4-42EE-8949-7B8A8B82EE1C}">
      <dgm:prSet/>
      <dgm:spPr/>
      <dgm:t>
        <a:bodyPr/>
        <a:lstStyle/>
        <a:p>
          <a:endParaRPr lang="en-US"/>
        </a:p>
      </dgm:t>
    </dgm:pt>
    <dgm:pt modelId="{EF76BC21-50B2-4A1D-853E-55F76D98CE62}" type="sibTrans" cxnId="{90426B95-3FB4-42EE-8949-7B8A8B82EE1C}">
      <dgm:prSet/>
      <dgm:spPr/>
      <dgm:t>
        <a:bodyPr/>
        <a:lstStyle/>
        <a:p>
          <a:endParaRPr lang="en-US"/>
        </a:p>
      </dgm:t>
    </dgm:pt>
    <dgm:pt modelId="{64B1D63F-7C57-4941-AFCC-A1AE55DF84D2}">
      <dgm:prSet phldrT="[Text]" phldr="0"/>
      <dgm:spPr/>
      <dgm:t>
        <a:bodyPr/>
        <a:lstStyle/>
        <a:p>
          <a:r>
            <a:rPr lang="en-US" b="1" dirty="0"/>
            <a:t>Local </a:t>
          </a:r>
          <a:br>
            <a:rPr lang="en-US" b="1" dirty="0"/>
          </a:br>
          <a:r>
            <a:rPr lang="en-US" b="1" dirty="0"/>
            <a:t>Repository</a:t>
          </a:r>
        </a:p>
      </dgm:t>
    </dgm:pt>
    <dgm:pt modelId="{4B575A7A-D2EB-4048-BF73-40F1F9CEA640}" type="parTrans" cxnId="{7F9AED39-19DB-4060-8E67-F7882449E671}">
      <dgm:prSet/>
      <dgm:spPr/>
      <dgm:t>
        <a:bodyPr/>
        <a:lstStyle/>
        <a:p>
          <a:endParaRPr lang="en-US"/>
        </a:p>
      </dgm:t>
    </dgm:pt>
    <dgm:pt modelId="{5C55EAC5-3FEF-435A-8BE7-2A53618065BC}" type="sibTrans" cxnId="{7F9AED39-19DB-4060-8E67-F7882449E671}">
      <dgm:prSet/>
      <dgm:spPr/>
      <dgm:t>
        <a:bodyPr/>
        <a:lstStyle/>
        <a:p>
          <a:endParaRPr lang="en-US"/>
        </a:p>
      </dgm:t>
    </dgm:pt>
    <dgm:pt modelId="{75F4A413-7D76-4614-BB55-68555DEE81E5}">
      <dgm:prSet phldrT="[Text]" phldr="0"/>
      <dgm:spPr/>
      <dgm:t>
        <a:bodyPr/>
        <a:lstStyle/>
        <a:p>
          <a:r>
            <a:rPr lang="en-US"/>
            <a:t>Permanent history on your machine</a:t>
          </a:r>
          <a:endParaRPr lang="en-US" dirty="0"/>
        </a:p>
      </dgm:t>
    </dgm:pt>
    <dgm:pt modelId="{341D5366-D6F4-4718-866B-0445F1357781}" type="parTrans" cxnId="{FA631F07-AADD-4203-89B9-F4A4228A18EB}">
      <dgm:prSet/>
      <dgm:spPr/>
      <dgm:t>
        <a:bodyPr/>
        <a:lstStyle/>
        <a:p>
          <a:endParaRPr lang="en-US"/>
        </a:p>
      </dgm:t>
    </dgm:pt>
    <dgm:pt modelId="{A67D795E-A3F7-41D6-9C60-E0A516240D5E}" type="sibTrans" cxnId="{FA631F07-AADD-4203-89B9-F4A4228A18EB}">
      <dgm:prSet/>
      <dgm:spPr/>
      <dgm:t>
        <a:bodyPr/>
        <a:lstStyle/>
        <a:p>
          <a:endParaRPr lang="en-US"/>
        </a:p>
      </dgm:t>
    </dgm:pt>
    <dgm:pt modelId="{B7A0FEAA-C542-4376-B8A7-AF5280CFE247}">
      <dgm:prSet phldrT="[Text]" phldr="0"/>
      <dgm:spPr/>
      <dgm:t>
        <a:bodyPr/>
        <a:lstStyle/>
        <a:p>
          <a:r>
            <a:rPr lang="en-US"/>
            <a:t>GitHub / GitLab</a:t>
          </a:r>
          <a:endParaRPr lang="en-US" dirty="0"/>
        </a:p>
      </dgm:t>
    </dgm:pt>
    <dgm:pt modelId="{2F0FCB7E-CC94-4613-8DD2-AB552B12DBCC}" type="parTrans" cxnId="{8395EE76-94BF-4B51-BA02-F582DF592E73}">
      <dgm:prSet/>
      <dgm:spPr/>
      <dgm:t>
        <a:bodyPr/>
        <a:lstStyle/>
        <a:p>
          <a:endParaRPr lang="en-US"/>
        </a:p>
      </dgm:t>
    </dgm:pt>
    <dgm:pt modelId="{6A73F497-BFA9-4227-A832-A85592DBA236}" type="sibTrans" cxnId="{8395EE76-94BF-4B51-BA02-F582DF592E73}">
      <dgm:prSet/>
      <dgm:spPr/>
      <dgm:t>
        <a:bodyPr/>
        <a:lstStyle/>
        <a:p>
          <a:endParaRPr lang="en-US"/>
        </a:p>
      </dgm:t>
    </dgm:pt>
    <dgm:pt modelId="{D5740E2A-09A6-4BED-986A-24FA4280A478}">
      <dgm:prSet phldrT="[Text]" phldr="0"/>
      <dgm:spPr/>
      <dgm:t>
        <a:bodyPr/>
        <a:lstStyle/>
        <a:p>
          <a:r>
            <a:rPr lang="en-US"/>
            <a:t>Shared with team</a:t>
          </a:r>
          <a:endParaRPr lang="en-US" dirty="0"/>
        </a:p>
      </dgm:t>
    </dgm:pt>
    <dgm:pt modelId="{5AEA3D18-4781-49D9-A561-9424149E3A17}" type="parTrans" cxnId="{84181B18-A0A3-48AF-9FB6-18EDA23F44F4}">
      <dgm:prSet/>
      <dgm:spPr/>
      <dgm:t>
        <a:bodyPr/>
        <a:lstStyle/>
        <a:p>
          <a:endParaRPr lang="en-US"/>
        </a:p>
      </dgm:t>
    </dgm:pt>
    <dgm:pt modelId="{2253DDD1-3641-483F-A503-E4018E65AF4B}" type="sibTrans" cxnId="{84181B18-A0A3-48AF-9FB6-18EDA23F44F4}">
      <dgm:prSet/>
      <dgm:spPr/>
      <dgm:t>
        <a:bodyPr/>
        <a:lstStyle/>
        <a:p>
          <a:endParaRPr lang="en-US"/>
        </a:p>
      </dgm:t>
    </dgm:pt>
    <dgm:pt modelId="{90947333-1C62-4359-8170-4247AC4718B4}" type="pres">
      <dgm:prSet presAssocID="{66C94478-52E0-450A-96F9-41A72CB0F871}" presName="Name0" presStyleCnt="0">
        <dgm:presLayoutVars>
          <dgm:dir/>
          <dgm:resizeHandles val="exact"/>
        </dgm:presLayoutVars>
      </dgm:prSet>
      <dgm:spPr/>
    </dgm:pt>
    <dgm:pt modelId="{6E8C18DD-704D-495F-BF0C-015B1FC426F8}" type="pres">
      <dgm:prSet presAssocID="{18BF0A1A-73AD-4747-9F39-BE67420B7DEF}" presName="node" presStyleLbl="node1" presStyleIdx="0" presStyleCnt="4">
        <dgm:presLayoutVars>
          <dgm:bulletEnabled val="1"/>
        </dgm:presLayoutVars>
      </dgm:prSet>
      <dgm:spPr/>
    </dgm:pt>
    <dgm:pt modelId="{85D7741D-7CCF-4BEF-A720-2BDCFD076A4F}" type="pres">
      <dgm:prSet presAssocID="{B8D5577F-99BA-458E-B591-EF143B976DD5}" presName="sibTrans" presStyleLbl="sibTrans2D1" presStyleIdx="0" presStyleCnt="3"/>
      <dgm:spPr/>
    </dgm:pt>
    <dgm:pt modelId="{8C96738A-71DE-4909-A778-F4ABDC46257C}" type="pres">
      <dgm:prSet presAssocID="{B8D5577F-99BA-458E-B591-EF143B976DD5}" presName="connectorText" presStyleLbl="sibTrans2D1" presStyleIdx="0" presStyleCnt="3"/>
      <dgm:spPr/>
    </dgm:pt>
    <dgm:pt modelId="{0BE94204-BF6D-4047-BF9D-940A52A9DAE6}" type="pres">
      <dgm:prSet presAssocID="{B170ED50-4794-45CE-9610-55F3CC8F8C78}" presName="node" presStyleLbl="node1" presStyleIdx="1" presStyleCnt="4">
        <dgm:presLayoutVars>
          <dgm:bulletEnabled val="1"/>
        </dgm:presLayoutVars>
      </dgm:prSet>
      <dgm:spPr/>
    </dgm:pt>
    <dgm:pt modelId="{7272EEE2-2971-4FE3-873A-3BDB577092D0}" type="pres">
      <dgm:prSet presAssocID="{6B96115C-2B46-4EDA-9CC9-6051ADA00CAF}" presName="sibTrans" presStyleLbl="sibTrans2D1" presStyleIdx="1" presStyleCnt="3"/>
      <dgm:spPr/>
    </dgm:pt>
    <dgm:pt modelId="{ECCF6767-57A9-4B60-BF7F-562DD103FA2E}" type="pres">
      <dgm:prSet presAssocID="{6B96115C-2B46-4EDA-9CC9-6051ADA00CAF}" presName="connectorText" presStyleLbl="sibTrans2D1" presStyleIdx="1" presStyleCnt="3"/>
      <dgm:spPr/>
    </dgm:pt>
    <dgm:pt modelId="{239EEB9A-01F5-4C50-8D33-2A99F4A3EA1E}" type="pres">
      <dgm:prSet presAssocID="{64B1D63F-7C57-4941-AFCC-A1AE55DF84D2}" presName="node" presStyleLbl="node1" presStyleIdx="2" presStyleCnt="4">
        <dgm:presLayoutVars>
          <dgm:bulletEnabled val="1"/>
        </dgm:presLayoutVars>
      </dgm:prSet>
      <dgm:spPr/>
    </dgm:pt>
    <dgm:pt modelId="{8513F584-0227-4F97-89B6-388A04851B8C}" type="pres">
      <dgm:prSet presAssocID="{5C55EAC5-3FEF-435A-8BE7-2A53618065BC}" presName="sibTrans" presStyleLbl="sibTrans2D1" presStyleIdx="2" presStyleCnt="3" custLinFactNeighborX="3453" custLinFactNeighborY="-52576"/>
      <dgm:spPr/>
    </dgm:pt>
    <dgm:pt modelId="{41E5A7BB-4346-40F2-855C-555AD65F74B0}" type="pres">
      <dgm:prSet presAssocID="{5C55EAC5-3FEF-435A-8BE7-2A53618065BC}" presName="connectorText" presStyleLbl="sibTrans2D1" presStyleIdx="2" presStyleCnt="3"/>
      <dgm:spPr/>
    </dgm:pt>
    <dgm:pt modelId="{FF194D7E-E11B-4FF4-BDF5-EDFD6116BAF8}" type="pres">
      <dgm:prSet presAssocID="{169AA230-9545-46DC-8820-058912A9A044}" presName="node" presStyleLbl="node1" presStyleIdx="3" presStyleCnt="4">
        <dgm:presLayoutVars>
          <dgm:bulletEnabled val="1"/>
        </dgm:presLayoutVars>
      </dgm:prSet>
      <dgm:spPr/>
    </dgm:pt>
  </dgm:ptLst>
  <dgm:cxnLst>
    <dgm:cxn modelId="{F7F3DF03-969F-4BF6-A141-A2223C66D2DA}" type="presOf" srcId="{B8D5577F-99BA-458E-B591-EF143B976DD5}" destId="{85D7741D-7CCF-4BEF-A720-2BDCFD076A4F}" srcOrd="0" destOrd="0" presId="urn:microsoft.com/office/officeart/2005/8/layout/process1"/>
    <dgm:cxn modelId="{FA631F07-AADD-4203-89B9-F4A4228A18EB}" srcId="{64B1D63F-7C57-4941-AFCC-A1AE55DF84D2}" destId="{75F4A413-7D76-4614-BB55-68555DEE81E5}" srcOrd="0" destOrd="0" parTransId="{341D5366-D6F4-4718-866B-0445F1357781}" sibTransId="{A67D795E-A3F7-41D6-9C60-E0A516240D5E}"/>
    <dgm:cxn modelId="{0B246C0B-E688-4DD8-A5B3-2BF6C53BD804}" type="presOf" srcId="{A62E6D07-0C49-4AC3-9131-B3D10A2E48D2}" destId="{6E8C18DD-704D-495F-BF0C-015B1FC426F8}" srcOrd="0" destOrd="2" presId="urn:microsoft.com/office/officeart/2005/8/layout/process1"/>
    <dgm:cxn modelId="{2C9C5D10-08AC-495F-8DF0-F96C5080388A}" srcId="{18BF0A1A-73AD-4747-9F39-BE67420B7DEF}" destId="{1D62DF62-878F-43C9-A209-A04D9398D71B}" srcOrd="0" destOrd="0" parTransId="{1499C2B3-C4EC-4B57-BB2C-C2EE8750685C}" sibTransId="{0D948D73-4C0D-49A5-B024-B83843DB539C}"/>
    <dgm:cxn modelId="{84181B18-A0A3-48AF-9FB6-18EDA23F44F4}" srcId="{169AA230-9545-46DC-8820-058912A9A044}" destId="{D5740E2A-09A6-4BED-986A-24FA4280A478}" srcOrd="1" destOrd="0" parTransId="{5AEA3D18-4781-49D9-A561-9424149E3A17}" sibTransId="{2253DDD1-3641-483F-A503-E4018E65AF4B}"/>
    <dgm:cxn modelId="{C96CFF36-F432-4CEA-93AD-70D76C4F8CD2}" srcId="{18BF0A1A-73AD-4747-9F39-BE67420B7DEF}" destId="{A62E6D07-0C49-4AC3-9131-B3D10A2E48D2}" srcOrd="1" destOrd="0" parTransId="{4029A5F8-C955-40D7-A599-05EE8FA88E1A}" sibTransId="{303C50FE-FCB0-482A-9F41-AE5DB134653F}"/>
    <dgm:cxn modelId="{7F9AED39-19DB-4060-8E67-F7882449E671}" srcId="{66C94478-52E0-450A-96F9-41A72CB0F871}" destId="{64B1D63F-7C57-4941-AFCC-A1AE55DF84D2}" srcOrd="2" destOrd="0" parTransId="{4B575A7A-D2EB-4048-BF73-40F1F9CEA640}" sibTransId="{5C55EAC5-3FEF-435A-8BE7-2A53618065BC}"/>
    <dgm:cxn modelId="{411EF65E-8370-4E90-9759-1D2A34F0C137}" type="presOf" srcId="{5C55EAC5-3FEF-435A-8BE7-2A53618065BC}" destId="{41E5A7BB-4346-40F2-855C-555AD65F74B0}" srcOrd="1" destOrd="0" presId="urn:microsoft.com/office/officeart/2005/8/layout/process1"/>
    <dgm:cxn modelId="{C0089B5F-DE47-461D-949E-67AE29D24800}" type="presOf" srcId="{F4A2A5C4-3BA0-4E6C-A414-235185469B25}" destId="{0BE94204-BF6D-4047-BF9D-940A52A9DAE6}" srcOrd="0" destOrd="1" presId="urn:microsoft.com/office/officeart/2005/8/layout/process1"/>
    <dgm:cxn modelId="{EC43E145-F507-44AD-8619-E75CC1FC1592}" type="presOf" srcId="{1D62DF62-878F-43C9-A209-A04D9398D71B}" destId="{6E8C18DD-704D-495F-BF0C-015B1FC426F8}" srcOrd="0" destOrd="1" presId="urn:microsoft.com/office/officeart/2005/8/layout/process1"/>
    <dgm:cxn modelId="{024FD146-AE8A-4A0E-9CA6-EFB9816F4AB9}" type="presOf" srcId="{B170ED50-4794-45CE-9610-55F3CC8F8C78}" destId="{0BE94204-BF6D-4047-BF9D-940A52A9DAE6}" srcOrd="0" destOrd="0" presId="urn:microsoft.com/office/officeart/2005/8/layout/process1"/>
    <dgm:cxn modelId="{7D601B67-9174-4D8E-A867-7F83B68C904F}" type="presOf" srcId="{169AA230-9545-46DC-8820-058912A9A044}" destId="{FF194D7E-E11B-4FF4-BDF5-EDFD6116BAF8}" srcOrd="0" destOrd="0" presId="urn:microsoft.com/office/officeart/2005/8/layout/process1"/>
    <dgm:cxn modelId="{16E1406B-A074-468B-AAD7-A88BE842E861}" type="presOf" srcId="{B7A0FEAA-C542-4376-B8A7-AF5280CFE247}" destId="{FF194D7E-E11B-4FF4-BDF5-EDFD6116BAF8}" srcOrd="0" destOrd="1" presId="urn:microsoft.com/office/officeart/2005/8/layout/process1"/>
    <dgm:cxn modelId="{311D804C-573E-443A-A4CE-C1887767D4E0}" type="presOf" srcId="{18BF0A1A-73AD-4747-9F39-BE67420B7DEF}" destId="{6E8C18DD-704D-495F-BF0C-015B1FC426F8}" srcOrd="0" destOrd="0" presId="urn:microsoft.com/office/officeart/2005/8/layout/process1"/>
    <dgm:cxn modelId="{71B9C84D-3496-4E07-95FE-DA744B18AAD7}" type="presOf" srcId="{6B96115C-2B46-4EDA-9CC9-6051ADA00CAF}" destId="{ECCF6767-57A9-4B60-BF7F-562DD103FA2E}" srcOrd="1" destOrd="0" presId="urn:microsoft.com/office/officeart/2005/8/layout/process1"/>
    <dgm:cxn modelId="{1A594B70-54DC-4D6F-B5FC-6358820252EB}" srcId="{66C94478-52E0-450A-96F9-41A72CB0F871}" destId="{18BF0A1A-73AD-4747-9F39-BE67420B7DEF}" srcOrd="0" destOrd="0" parTransId="{E6D57349-53A1-4EBB-9333-7712F78C6ECA}" sibTransId="{B8D5577F-99BA-458E-B591-EF143B976DD5}"/>
    <dgm:cxn modelId="{8395EE76-94BF-4B51-BA02-F582DF592E73}" srcId="{169AA230-9545-46DC-8820-058912A9A044}" destId="{B7A0FEAA-C542-4376-B8A7-AF5280CFE247}" srcOrd="0" destOrd="0" parTransId="{2F0FCB7E-CC94-4613-8DD2-AB552B12DBCC}" sibTransId="{6A73F497-BFA9-4227-A832-A85592DBA236}"/>
    <dgm:cxn modelId="{A191CB5A-9E11-4A34-8F93-B40F474118AE}" type="presOf" srcId="{75F4A413-7D76-4614-BB55-68555DEE81E5}" destId="{239EEB9A-01F5-4C50-8D33-2A99F4A3EA1E}" srcOrd="0" destOrd="1" presId="urn:microsoft.com/office/officeart/2005/8/layout/process1"/>
    <dgm:cxn modelId="{90426B95-3FB4-42EE-8949-7B8A8B82EE1C}" srcId="{B170ED50-4794-45CE-9610-55F3CC8F8C78}" destId="{F4A2A5C4-3BA0-4E6C-A414-235185469B25}" srcOrd="0" destOrd="0" parTransId="{BDC5FC77-6383-4BF7-B039-DBFA12084EA6}" sibTransId="{EF76BC21-50B2-4A1D-853E-55F76D98CE62}"/>
    <dgm:cxn modelId="{45772899-6FA0-4C49-AF4E-18A9BFBC2FC8}" srcId="{66C94478-52E0-450A-96F9-41A72CB0F871}" destId="{169AA230-9545-46DC-8820-058912A9A044}" srcOrd="3" destOrd="0" parTransId="{61CF6525-7B47-4193-8760-22ADDBAEE1AB}" sibTransId="{132B97B0-FBD6-45DB-A55B-A4C526FFFE5A}"/>
    <dgm:cxn modelId="{76AE2D9B-7D9A-4BA7-B5DE-AD4603893E0C}" type="presOf" srcId="{6B96115C-2B46-4EDA-9CC9-6051ADA00CAF}" destId="{7272EEE2-2971-4FE3-873A-3BDB577092D0}" srcOrd="0" destOrd="0" presId="urn:microsoft.com/office/officeart/2005/8/layout/process1"/>
    <dgm:cxn modelId="{C054BDB7-1616-474E-A4B0-69302A9397EA}" type="presOf" srcId="{D5740E2A-09A6-4BED-986A-24FA4280A478}" destId="{FF194D7E-E11B-4FF4-BDF5-EDFD6116BAF8}" srcOrd="0" destOrd="2" presId="urn:microsoft.com/office/officeart/2005/8/layout/process1"/>
    <dgm:cxn modelId="{E839C4C4-CEB1-4946-A9AA-5D6527A851FF}" type="presOf" srcId="{5C55EAC5-3FEF-435A-8BE7-2A53618065BC}" destId="{8513F584-0227-4F97-89B6-388A04851B8C}" srcOrd="0" destOrd="0" presId="urn:microsoft.com/office/officeart/2005/8/layout/process1"/>
    <dgm:cxn modelId="{0D93FACA-24BB-44BC-AA9D-5D8131BF45D9}" srcId="{66C94478-52E0-450A-96F9-41A72CB0F871}" destId="{B170ED50-4794-45CE-9610-55F3CC8F8C78}" srcOrd="1" destOrd="0" parTransId="{24371706-2297-4BBF-83D2-456F0F2526AD}" sibTransId="{6B96115C-2B46-4EDA-9CC9-6051ADA00CAF}"/>
    <dgm:cxn modelId="{9AF80FDB-E7DB-4955-ACE7-F0833F48EF77}" type="presOf" srcId="{66C94478-52E0-450A-96F9-41A72CB0F871}" destId="{90947333-1C62-4359-8170-4247AC4718B4}" srcOrd="0" destOrd="0" presId="urn:microsoft.com/office/officeart/2005/8/layout/process1"/>
    <dgm:cxn modelId="{011406E6-E699-4643-A410-A39212F46118}" type="presOf" srcId="{64B1D63F-7C57-4941-AFCC-A1AE55DF84D2}" destId="{239EEB9A-01F5-4C50-8D33-2A99F4A3EA1E}" srcOrd="0" destOrd="0" presId="urn:microsoft.com/office/officeart/2005/8/layout/process1"/>
    <dgm:cxn modelId="{25F35CF5-AB42-4733-A676-5608658E4AAA}" type="presOf" srcId="{B8D5577F-99BA-458E-B591-EF143B976DD5}" destId="{8C96738A-71DE-4909-A778-F4ABDC46257C}" srcOrd="1" destOrd="0" presId="urn:microsoft.com/office/officeart/2005/8/layout/process1"/>
    <dgm:cxn modelId="{BED15136-F8D9-4657-9768-635D23938470}" type="presParOf" srcId="{90947333-1C62-4359-8170-4247AC4718B4}" destId="{6E8C18DD-704D-495F-BF0C-015B1FC426F8}" srcOrd="0" destOrd="0" presId="urn:microsoft.com/office/officeart/2005/8/layout/process1"/>
    <dgm:cxn modelId="{26722068-348E-4D64-A26E-D148EACC2227}" type="presParOf" srcId="{90947333-1C62-4359-8170-4247AC4718B4}" destId="{85D7741D-7CCF-4BEF-A720-2BDCFD076A4F}" srcOrd="1" destOrd="0" presId="urn:microsoft.com/office/officeart/2005/8/layout/process1"/>
    <dgm:cxn modelId="{DC3BD73A-1EFD-4A5C-9A2A-69EA1274FFD6}" type="presParOf" srcId="{85D7741D-7CCF-4BEF-A720-2BDCFD076A4F}" destId="{8C96738A-71DE-4909-A778-F4ABDC46257C}" srcOrd="0" destOrd="0" presId="urn:microsoft.com/office/officeart/2005/8/layout/process1"/>
    <dgm:cxn modelId="{03EF2433-6EA8-4824-9E75-7DD5E3EAA1D1}" type="presParOf" srcId="{90947333-1C62-4359-8170-4247AC4718B4}" destId="{0BE94204-BF6D-4047-BF9D-940A52A9DAE6}" srcOrd="2" destOrd="0" presId="urn:microsoft.com/office/officeart/2005/8/layout/process1"/>
    <dgm:cxn modelId="{1516E68A-867F-4F27-BEFC-8ADF475899F1}" type="presParOf" srcId="{90947333-1C62-4359-8170-4247AC4718B4}" destId="{7272EEE2-2971-4FE3-873A-3BDB577092D0}" srcOrd="3" destOrd="0" presId="urn:microsoft.com/office/officeart/2005/8/layout/process1"/>
    <dgm:cxn modelId="{50D153F0-8170-415F-A969-5CFEA4F90D56}" type="presParOf" srcId="{7272EEE2-2971-4FE3-873A-3BDB577092D0}" destId="{ECCF6767-57A9-4B60-BF7F-562DD103FA2E}" srcOrd="0" destOrd="0" presId="urn:microsoft.com/office/officeart/2005/8/layout/process1"/>
    <dgm:cxn modelId="{BD2C9B62-6F49-487F-8DD8-F46911CF15F1}" type="presParOf" srcId="{90947333-1C62-4359-8170-4247AC4718B4}" destId="{239EEB9A-01F5-4C50-8D33-2A99F4A3EA1E}" srcOrd="4" destOrd="0" presId="urn:microsoft.com/office/officeart/2005/8/layout/process1"/>
    <dgm:cxn modelId="{98104B50-F395-4090-83B9-8460081E4CA6}" type="presParOf" srcId="{90947333-1C62-4359-8170-4247AC4718B4}" destId="{8513F584-0227-4F97-89B6-388A04851B8C}" srcOrd="5" destOrd="0" presId="urn:microsoft.com/office/officeart/2005/8/layout/process1"/>
    <dgm:cxn modelId="{BB6D03DD-A150-4101-B9BA-CE8502C491F6}" type="presParOf" srcId="{8513F584-0227-4F97-89B6-388A04851B8C}" destId="{41E5A7BB-4346-40F2-855C-555AD65F74B0}" srcOrd="0" destOrd="0" presId="urn:microsoft.com/office/officeart/2005/8/layout/process1"/>
    <dgm:cxn modelId="{1E2BFE34-C337-40A2-98A1-91D4F44DC06E}" type="presParOf" srcId="{90947333-1C62-4359-8170-4247AC4718B4}" destId="{FF194D7E-E11B-4FF4-BDF5-EDFD6116BAF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8C18DD-704D-495F-BF0C-015B1FC426F8}">
      <dsp:nvSpPr>
        <dsp:cNvPr id="0" name=""/>
        <dsp:cNvSpPr/>
      </dsp:nvSpPr>
      <dsp:spPr>
        <a:xfrm>
          <a:off x="4960" y="124884"/>
          <a:ext cx="2168696" cy="1301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Working </a:t>
          </a:r>
          <a:br>
            <a:rPr lang="en-US" sz="1900" b="1" kern="1200" dirty="0"/>
          </a:br>
          <a:r>
            <a:rPr lang="en-US" sz="1900" b="1" kern="1200" dirty="0"/>
            <a:t>Directory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Your local files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Edit freely here</a:t>
          </a:r>
        </a:p>
      </dsp:txBody>
      <dsp:txXfrm>
        <a:off x="43071" y="162995"/>
        <a:ext cx="2092474" cy="1224995"/>
      </dsp:txXfrm>
    </dsp:sp>
    <dsp:sp modelId="{85D7741D-7CCF-4BEF-A720-2BDCFD076A4F}">
      <dsp:nvSpPr>
        <dsp:cNvPr id="0" name=""/>
        <dsp:cNvSpPr/>
      </dsp:nvSpPr>
      <dsp:spPr>
        <a:xfrm>
          <a:off x="2390526" y="506575"/>
          <a:ext cx="459763" cy="5378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2390526" y="614142"/>
        <a:ext cx="321834" cy="322702"/>
      </dsp:txXfrm>
    </dsp:sp>
    <dsp:sp modelId="{0BE94204-BF6D-4047-BF9D-940A52A9DAE6}">
      <dsp:nvSpPr>
        <dsp:cNvPr id="0" name=""/>
        <dsp:cNvSpPr/>
      </dsp:nvSpPr>
      <dsp:spPr>
        <a:xfrm>
          <a:off x="3041135" y="124884"/>
          <a:ext cx="2168696" cy="1301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Staging </a:t>
          </a:r>
          <a:br>
            <a:rPr lang="en-US" sz="1900" b="1" kern="1200" dirty="0"/>
          </a:br>
          <a:r>
            <a:rPr lang="en-US" sz="1900" b="1" kern="1200" dirty="0"/>
            <a:t>Area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Changes selected for next commit</a:t>
          </a:r>
          <a:endParaRPr lang="en-US" sz="1500" kern="1200" dirty="0"/>
        </a:p>
      </dsp:txBody>
      <dsp:txXfrm>
        <a:off x="3079246" y="162995"/>
        <a:ext cx="2092474" cy="1224995"/>
      </dsp:txXfrm>
    </dsp:sp>
    <dsp:sp modelId="{7272EEE2-2971-4FE3-873A-3BDB577092D0}">
      <dsp:nvSpPr>
        <dsp:cNvPr id="0" name=""/>
        <dsp:cNvSpPr/>
      </dsp:nvSpPr>
      <dsp:spPr>
        <a:xfrm>
          <a:off x="5426701" y="506575"/>
          <a:ext cx="459763" cy="5378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426701" y="614142"/>
        <a:ext cx="321834" cy="322702"/>
      </dsp:txXfrm>
    </dsp:sp>
    <dsp:sp modelId="{239EEB9A-01F5-4C50-8D33-2A99F4A3EA1E}">
      <dsp:nvSpPr>
        <dsp:cNvPr id="0" name=""/>
        <dsp:cNvSpPr/>
      </dsp:nvSpPr>
      <dsp:spPr>
        <a:xfrm>
          <a:off x="6077310" y="124884"/>
          <a:ext cx="2168696" cy="1301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Local </a:t>
          </a:r>
          <a:br>
            <a:rPr lang="en-US" sz="1900" b="1" kern="1200" dirty="0"/>
          </a:br>
          <a:r>
            <a:rPr lang="en-US" sz="1900" b="1" kern="1200" dirty="0"/>
            <a:t>Repository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Permanent history on your machine</a:t>
          </a:r>
          <a:endParaRPr lang="en-US" sz="1500" kern="1200" dirty="0"/>
        </a:p>
      </dsp:txBody>
      <dsp:txXfrm>
        <a:off x="6115421" y="162995"/>
        <a:ext cx="2092474" cy="1224995"/>
      </dsp:txXfrm>
    </dsp:sp>
    <dsp:sp modelId="{8513F584-0227-4F97-89B6-388A04851B8C}">
      <dsp:nvSpPr>
        <dsp:cNvPr id="0" name=""/>
        <dsp:cNvSpPr/>
      </dsp:nvSpPr>
      <dsp:spPr>
        <a:xfrm>
          <a:off x="8478752" y="223802"/>
          <a:ext cx="459763" cy="5378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8478752" y="331369"/>
        <a:ext cx="321834" cy="322702"/>
      </dsp:txXfrm>
    </dsp:sp>
    <dsp:sp modelId="{FF194D7E-E11B-4FF4-BDF5-EDFD6116BAF8}">
      <dsp:nvSpPr>
        <dsp:cNvPr id="0" name=""/>
        <dsp:cNvSpPr/>
      </dsp:nvSpPr>
      <dsp:spPr>
        <a:xfrm>
          <a:off x="9113486" y="124884"/>
          <a:ext cx="2168696" cy="13012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Remote </a:t>
          </a:r>
          <a:r>
            <a:rPr lang="en-US" sz="1900" b="1" kern="1200" dirty="0" err="1"/>
            <a:t>Respository</a:t>
          </a:r>
          <a:endParaRPr lang="en-US" sz="19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GitHub / GitLab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Shared with team</a:t>
          </a:r>
          <a:endParaRPr lang="en-US" sz="1500" kern="1200" dirty="0"/>
        </a:p>
      </dsp:txBody>
      <dsp:txXfrm>
        <a:off x="9151597" y="162995"/>
        <a:ext cx="2092474" cy="1224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11.xml"/><Relationship Id="rId3" Type="http://schemas.openxmlformats.org/officeDocument/2006/relationships/tags" Target="../tags/tag206.xml"/><Relationship Id="rId7" Type="http://schemas.openxmlformats.org/officeDocument/2006/relationships/tags" Target="../tags/tag210.xml"/><Relationship Id="rId12" Type="http://schemas.openxmlformats.org/officeDocument/2006/relationships/image" Target="../media/image11.png"/><Relationship Id="rId2" Type="http://schemas.openxmlformats.org/officeDocument/2006/relationships/tags" Target="../tags/tag205.xml"/><Relationship Id="rId1" Type="http://schemas.openxmlformats.org/officeDocument/2006/relationships/theme" Target="../theme/theme3.xml"/><Relationship Id="rId6" Type="http://schemas.openxmlformats.org/officeDocument/2006/relationships/tags" Target="../tags/tag209.xml"/><Relationship Id="rId11" Type="http://schemas.openxmlformats.org/officeDocument/2006/relationships/tags" Target="../tags/tag214.xml"/><Relationship Id="rId5" Type="http://schemas.openxmlformats.org/officeDocument/2006/relationships/tags" Target="../tags/tag208.xml"/><Relationship Id="rId10" Type="http://schemas.openxmlformats.org/officeDocument/2006/relationships/tags" Target="../tags/tag213.xml"/><Relationship Id="rId4" Type="http://schemas.openxmlformats.org/officeDocument/2006/relationships/tags" Target="../tags/tag207.xml"/><Relationship Id="rId9" Type="http://schemas.openxmlformats.org/officeDocument/2006/relationships/tags" Target="../tags/tag2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200">
                <a:latin typeface="Tahoma" pitchFamily="34" charset="0"/>
              </a:defRPr>
            </a:lvl1pPr>
          </a:lstStyle>
          <a:p>
            <a:endParaRPr lang="en-US" sz="100" dirty="0">
              <a:noFill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" hidden="1"/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pPr algn="ctr"/>
            <a:r>
              <a:rPr lang="en-US" sz="100" b="1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9" name="Date Placeholder" hidden="1"/>
          <p:cNvSpPr>
            <a:spLocks noGrp="1"/>
          </p:cNvSpPr>
          <p:nvPr>
            <p:ph type="dt" sz="quarter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 algn="l"/>
            <a:r>
              <a:rPr lang="en-US" sz="100" dirty="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2020-09-28</a:t>
            </a:r>
          </a:p>
          <a:p>
            <a:pPr algn="l"/>
            <a:endParaRPr lang="en-US" sz="100" dirty="0">
              <a:noFill/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3"/>
          </p:nvPr>
        </p:nvSpPr>
        <p:spPr>
          <a:xfrm>
            <a:off x="5997922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4F5EA4BF-E9AE-43AF-B3B0-E8B2B4D213BF}" type="slidenum">
              <a:rPr lang="en-US" sz="80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pPr/>
              <a:t>‹#›</a:t>
            </a:fld>
            <a:endParaRPr lang="en-US" sz="80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AB77BC53-8E05-4977-B193-6A6AD69A870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89310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8A3F532B-9233-4B6C-A1AE-20F78C1A46B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37922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707F235E-2AB2-45AA-AAE4-3CA5D9E6B283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89310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5B6337D7-EF4A-437B-98C9-7A76CBDDE797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2026.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6" name="empower_classification_attention_placeholder" hidden="1">
            <a:extLst>
              <a:ext uri="{FF2B5EF4-FFF2-40B4-BE49-F238E27FC236}">
                <a16:creationId xmlns:a16="http://schemas.microsoft.com/office/drawing/2014/main" id="{07AA87B6-2D72-4228-A7D0-DDCA437050BF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placeholder">
            <a:extLst>
              <a:ext uri="{FF2B5EF4-FFF2-40B4-BE49-F238E27FC236}">
                <a16:creationId xmlns:a16="http://schemas.microsoft.com/office/drawing/2014/main" id="{162FD7ED-CC36-4F26-ADD4-95B9EFF2AE3D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14" name="empower_date_placeholder">
            <a:extLst>
              <a:ext uri="{FF2B5EF4-FFF2-40B4-BE49-F238E27FC236}">
                <a16:creationId xmlns:a16="http://schemas.microsoft.com/office/drawing/2014/main" id="{17C46F5C-5E8F-4CC2-80E6-B88261E13B5B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89309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2026-04-16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26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94286928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11.png"/><Relationship Id="rId2" Type="http://schemas.openxmlformats.org/officeDocument/2006/relationships/tags" Target="../tags/tag195.xml"/><Relationship Id="rId1" Type="http://schemas.openxmlformats.org/officeDocument/2006/relationships/theme" Target="../theme/theme2.xml"/><Relationship Id="rId6" Type="http://schemas.openxmlformats.org/officeDocument/2006/relationships/tags" Target="../tags/tag199.xml"/><Relationship Id="rId11" Type="http://schemas.openxmlformats.org/officeDocument/2006/relationships/tags" Target="../tags/tag204.xml"/><Relationship Id="rId5" Type="http://schemas.openxmlformats.org/officeDocument/2006/relationships/tags" Target="../tags/tag198.xml"/><Relationship Id="rId10" Type="http://schemas.openxmlformats.org/officeDocument/2006/relationships/tags" Target="../tags/tag203.xml"/><Relationship Id="rId4" Type="http://schemas.openxmlformats.org/officeDocument/2006/relationships/tags" Target="../tags/tag197.xml"/><Relationship Id="rId9" Type="http://schemas.openxmlformats.org/officeDocument/2006/relationships/tags" Target="../tags/tag20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1012825"/>
            <a:ext cx="6191250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4997" name="Notes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53306" y="4757266"/>
            <a:ext cx="6191968" cy="4783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Enter Notes</a:t>
            </a:r>
          </a:p>
        </p:txBody>
      </p:sp>
      <p:sp>
        <p:nvSpPr>
          <p:cNvPr id="28" name="Header Placeholder" hidden="1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709930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55819">
              <a:defRPr sz="100">
                <a:noFill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sz="100" dirty="0"/>
          </a:p>
        </p:txBody>
      </p:sp>
      <p:sp>
        <p:nvSpPr>
          <p:cNvPr id="10" name="Footer Placeholder" hidden="1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</a:p>
        </p:txBody>
      </p:sp>
      <p:sp>
        <p:nvSpPr>
          <p:cNvPr id="11" name="Date Placeholder" hidden="1"/>
          <p:cNvSpPr>
            <a:spLocks noGrp="1"/>
          </p:cNvSpPr>
          <p:nvPr>
            <p:ph type="dt" idx="1"/>
            <p:custDataLst>
              <p:tags r:id="rId4"/>
            </p:custDataLst>
          </p:nvPr>
        </p:nvSpPr>
        <p:spPr>
          <a:xfrm>
            <a:off x="7099300" y="10234613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2020-09-28</a:t>
            </a:r>
          </a:p>
          <a:p>
            <a:endParaRPr lang="en-US" dirty="0"/>
          </a:p>
        </p:txBody>
      </p:sp>
      <p:sp>
        <p:nvSpPr>
          <p:cNvPr id="12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6033274" y="9833798"/>
            <a:ext cx="612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rgbClr val="92828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empower_document_placeholder" hidden="1">
            <a:extLst>
              <a:ext uri="{FF2B5EF4-FFF2-40B4-BE49-F238E27FC236}">
                <a16:creationId xmlns:a16="http://schemas.microsoft.com/office/drawing/2014/main" id="{E8AE2277-2635-47CE-8461-F921E010AD6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auto">
          <a:xfrm>
            <a:off x="453306" y="426585"/>
            <a:ext cx="259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[Owner:   Doc ID:   Vers.: ]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3" name="empower_proprietary_placeholder" hidden="1">
            <a:extLst>
              <a:ext uri="{FF2B5EF4-FFF2-40B4-BE49-F238E27FC236}">
                <a16:creationId xmlns:a16="http://schemas.microsoft.com/office/drawing/2014/main" id="{1ED6373F-3656-4DFD-9B9C-BC0ABABA2CBF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5673274" y="9545798"/>
            <a:ext cx="97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Infineon Proprietary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4" name="empower_draft_placeholder" hidden="1">
            <a:extLst>
              <a:ext uri="{FF2B5EF4-FFF2-40B4-BE49-F238E27FC236}">
                <a16:creationId xmlns:a16="http://schemas.microsoft.com/office/drawing/2014/main" id="{3D3123B4-E08C-4CCD-9703-AD1F689F1FB7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453306" y="9545798"/>
            <a:ext cx="360362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- DRAFT -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5" name="empower_footer_placeholder">
            <a:extLst>
              <a:ext uri="{FF2B5EF4-FFF2-40B4-BE49-F238E27FC236}">
                <a16:creationId xmlns:a16="http://schemas.microsoft.com/office/drawing/2014/main" id="{7E51E007-F5B3-45C7-900F-9B0FFE9F37F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 bwMode="auto">
          <a:xfrm>
            <a:off x="2001479" y="9833798"/>
            <a:ext cx="3096343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Copyright © Infineon Technologies AG 2026. All rights reserved.</a:t>
            </a:r>
            <a:endParaRPr lang="en-US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6" name="empower_classification_attention_placeholder" hidden="1">
            <a:extLst>
              <a:ext uri="{FF2B5EF4-FFF2-40B4-BE49-F238E27FC236}">
                <a16:creationId xmlns:a16="http://schemas.microsoft.com/office/drawing/2014/main" id="{CD1E0C77-9862-4B96-A3C1-8F3320EB5330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3063723" y="426585"/>
            <a:ext cx="971855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E30034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7" name="empower_classification_placeholder">
            <a:extLst>
              <a:ext uri="{FF2B5EF4-FFF2-40B4-BE49-F238E27FC236}">
                <a16:creationId xmlns:a16="http://schemas.microsoft.com/office/drawing/2014/main" id="{9F464BB7-63C3-4B8A-A50E-5FC32FA6A18F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3062327" y="426585"/>
            <a:ext cx="973251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b="1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Restricted</a:t>
            </a:r>
            <a:endParaRPr lang="de-DE" sz="800" b="1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sp>
        <p:nvSpPr>
          <p:cNvPr id="8" name="empower_date_placeholder">
            <a:extLst>
              <a:ext uri="{FF2B5EF4-FFF2-40B4-BE49-F238E27FC236}">
                <a16:creationId xmlns:a16="http://schemas.microsoft.com/office/drawing/2014/main" id="{7E930412-6BBA-43BF-B0D5-11DDE46E471E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 bwMode="auto">
          <a:xfrm>
            <a:off x="453306" y="9833798"/>
            <a:ext cx="612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sz="800" kern="0">
                <a:solidFill>
                  <a:srgbClr val="928285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2026-04-16</a:t>
            </a:r>
            <a:endParaRPr lang="de-DE" sz="800" kern="0" dirty="0">
              <a:solidFill>
                <a:srgbClr val="928285"/>
              </a:solidFill>
              <a:latin typeface="Arial" panose="020B0604020202020204" pitchFamily="34" charset="0"/>
              <a:ea typeface="Verdana" pitchFamily="34" charset="0"/>
              <a:cs typeface="Arial" panose="020B0604020202020204" pitchFamily="34" charset="0"/>
            </a:endParaRPr>
          </a:p>
        </p:txBody>
      </p:sp>
      <p:pic>
        <p:nvPicPr>
          <p:cNvPr id="32" name="Logo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657072" y="295163"/>
            <a:ext cx="880886" cy="419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300418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rgbClr val="00214A"/>
        </a:solidFill>
        <a:latin typeface="Verdana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235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D1C9C-84A0-4F5D-7B30-9AFD35118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FD54F-0487-4454-3E6B-6746C1D9F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4672D-20D5-D47E-1C6D-01E114AA5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C96B9B8-3B3A-A1E7-1812-CD1F46557A8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98D0D-5DF0-D7C9-B247-742F4F16B7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DF0CD8E-20FB-0861-3D0C-8CE08F52F0E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0C9CD-737C-4A29-B892-A34E33A329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88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36ECF-CCB2-12BB-E05D-9BB516A88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FXSHAPE">
            <a:extLst>
              <a:ext uri="{FF2B5EF4-FFF2-40B4-BE49-F238E27FC236}">
                <a16:creationId xmlns:a16="http://schemas.microsoft.com/office/drawing/2014/main" id="{3E7FF46E-21A1-6F61-BE56-CD7956F69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4025" y="1012825"/>
            <a:ext cx="6191250" cy="3482975"/>
          </a:xfrm>
        </p:spPr>
      </p:sp>
      <p:sp>
        <p:nvSpPr>
          <p:cNvPr id="8" name="IFXSHAPE">
            <a:extLst>
              <a:ext uri="{FF2B5EF4-FFF2-40B4-BE49-F238E27FC236}">
                <a16:creationId xmlns:a16="http://schemas.microsoft.com/office/drawing/2014/main" id="{C304B0C3-C872-83C3-CC53-8B83F92E1D0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53306" y="4708042"/>
            <a:ext cx="6191968" cy="4832456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IFXSHAPE">
            <a:extLst>
              <a:ext uri="{FF2B5EF4-FFF2-40B4-BE49-F238E27FC236}">
                <a16:creationId xmlns:a16="http://schemas.microsoft.com/office/drawing/2014/main" id="{CC519373-D25C-3FD0-DC60-E69CACB0E5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54025" y="295163"/>
            <a:ext cx="4422857" cy="41942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IFXSHAPE">
            <a:extLst>
              <a:ext uri="{FF2B5EF4-FFF2-40B4-BE49-F238E27FC236}">
                <a16:creationId xmlns:a16="http://schemas.microsoft.com/office/drawing/2014/main" id="{6EC63F25-AB00-C992-4C1B-D097A155C5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1317625" y="9940925"/>
            <a:ext cx="4824411" cy="144933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IFXSHAPE">
            <a:extLst>
              <a:ext uri="{FF2B5EF4-FFF2-40B4-BE49-F238E27FC236}">
                <a16:creationId xmlns:a16="http://schemas.microsoft.com/office/drawing/2014/main" id="{346E2240-1626-861A-7D61-0D7DA3ADD3E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53306" y="9940925"/>
            <a:ext cx="864320" cy="144933"/>
          </a:xfrm>
        </p:spPr>
        <p:txBody>
          <a:bodyPr/>
          <a:lstStyle/>
          <a:p>
            <a:r>
              <a:rPr lang="en-US"/>
              <a:t>2020-09-29</a:t>
            </a:r>
          </a:p>
          <a:p>
            <a:endParaRPr lang="en-US" dirty="0"/>
          </a:p>
        </p:txBody>
      </p:sp>
      <p:sp>
        <p:nvSpPr>
          <p:cNvPr id="12" name="IFXSHAPE">
            <a:extLst>
              <a:ext uri="{FF2B5EF4-FFF2-40B4-BE49-F238E27FC236}">
                <a16:creationId xmlns:a16="http://schemas.microsoft.com/office/drawing/2014/main" id="{B0BA8A4A-0E75-E53E-857D-748F3B3C0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142037" y="9940925"/>
            <a:ext cx="503237" cy="144933"/>
          </a:xfrm>
        </p:spPr>
        <p:txBody>
          <a:bodyPr/>
          <a:lstStyle/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492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36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FXSHAPE"/>
          <p:cNvSpPr>
            <a:spLocks noGrp="1" noRot="1" noChangeAspect="1"/>
          </p:cNvSpPr>
          <p:nvPr>
            <p:ph type="sldImg"/>
          </p:nvPr>
        </p:nvSpPr>
        <p:spPr>
          <a:xfrm>
            <a:off x="454025" y="1012825"/>
            <a:ext cx="6191250" cy="3482975"/>
          </a:xfrm>
        </p:spPr>
      </p:sp>
      <p:sp>
        <p:nvSpPr>
          <p:cNvPr id="8" name="IFXSHAPE"/>
          <p:cNvSpPr>
            <a:spLocks noGrp="1"/>
          </p:cNvSpPr>
          <p:nvPr>
            <p:ph type="body" idx="3"/>
          </p:nvPr>
        </p:nvSpPr>
        <p:spPr>
          <a:xfrm>
            <a:off x="453306" y="4708042"/>
            <a:ext cx="6191968" cy="4832456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IFXSHAPE"/>
          <p:cNvSpPr>
            <a:spLocks noGrp="1"/>
          </p:cNvSpPr>
          <p:nvPr>
            <p:ph type="hdr" sz="quarter"/>
          </p:nvPr>
        </p:nvSpPr>
        <p:spPr>
          <a:xfrm>
            <a:off x="454025" y="295163"/>
            <a:ext cx="4422857" cy="41942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IFXSHAPE"/>
          <p:cNvSpPr>
            <a:spLocks noGrp="1"/>
          </p:cNvSpPr>
          <p:nvPr>
            <p:ph type="ftr" sz="quarter" idx="4"/>
          </p:nvPr>
        </p:nvSpPr>
        <p:spPr>
          <a:xfrm>
            <a:off x="1317625" y="9940925"/>
            <a:ext cx="4824411" cy="144933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IFXSHAPE"/>
          <p:cNvSpPr>
            <a:spLocks noGrp="1"/>
          </p:cNvSpPr>
          <p:nvPr>
            <p:ph type="dt" idx="1"/>
          </p:nvPr>
        </p:nvSpPr>
        <p:spPr>
          <a:xfrm>
            <a:off x="453306" y="9940925"/>
            <a:ext cx="864320" cy="144933"/>
          </a:xfrm>
        </p:spPr>
        <p:txBody>
          <a:bodyPr/>
          <a:lstStyle/>
          <a:p>
            <a:r>
              <a:rPr lang="en-US"/>
              <a:t>2020-09-29</a:t>
            </a:r>
          </a:p>
          <a:p>
            <a:endParaRPr lang="en-US" dirty="0"/>
          </a:p>
        </p:txBody>
      </p:sp>
      <p:sp>
        <p:nvSpPr>
          <p:cNvPr id="12" name="IFXSHAPE"/>
          <p:cNvSpPr>
            <a:spLocks noGrp="1"/>
          </p:cNvSpPr>
          <p:nvPr>
            <p:ph type="sldNum" sz="quarter" idx="5"/>
          </p:nvPr>
        </p:nvSpPr>
        <p:spPr>
          <a:xfrm>
            <a:off x="6142037" y="9940925"/>
            <a:ext cx="503237" cy="144933"/>
          </a:xfrm>
        </p:spPr>
        <p:txBody>
          <a:bodyPr/>
          <a:lstStyle/>
          <a:p>
            <a:fld id="{4165D906-55BD-49C5-997D-27A40DB53D15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/>
              <a:t>22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919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7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FXSHAPE"/>
          <p:cNvSpPr>
            <a:spLocks noGrp="1" noRot="1" noChangeAspect="1"/>
          </p:cNvSpPr>
          <p:nvPr>
            <p:ph type="sldImg"/>
          </p:nvPr>
        </p:nvSpPr>
        <p:spPr>
          <a:xfrm>
            <a:off x="454025" y="1012825"/>
            <a:ext cx="6191250" cy="3482975"/>
          </a:xfrm>
        </p:spPr>
      </p:sp>
      <p:sp>
        <p:nvSpPr>
          <p:cNvPr id="8" name="IFXSHAPE"/>
          <p:cNvSpPr>
            <a:spLocks noGrp="1"/>
          </p:cNvSpPr>
          <p:nvPr>
            <p:ph type="body" idx="3"/>
          </p:nvPr>
        </p:nvSpPr>
        <p:spPr>
          <a:xfrm>
            <a:off x="453306" y="4708042"/>
            <a:ext cx="6191968" cy="4832456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IFXSHAPE"/>
          <p:cNvSpPr>
            <a:spLocks noGrp="1"/>
          </p:cNvSpPr>
          <p:nvPr>
            <p:ph type="hdr" sz="quarter"/>
          </p:nvPr>
        </p:nvSpPr>
        <p:spPr>
          <a:xfrm>
            <a:off x="454025" y="295163"/>
            <a:ext cx="4422857" cy="41942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IFXSHAPE"/>
          <p:cNvSpPr>
            <a:spLocks noGrp="1"/>
          </p:cNvSpPr>
          <p:nvPr>
            <p:ph type="ftr" sz="quarter" idx="4"/>
          </p:nvPr>
        </p:nvSpPr>
        <p:spPr>
          <a:xfrm>
            <a:off x="1317625" y="9940925"/>
            <a:ext cx="4824411" cy="144933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IFXSHAPE"/>
          <p:cNvSpPr>
            <a:spLocks noGrp="1"/>
          </p:cNvSpPr>
          <p:nvPr>
            <p:ph type="dt" idx="1"/>
          </p:nvPr>
        </p:nvSpPr>
        <p:spPr>
          <a:xfrm>
            <a:off x="453306" y="9940925"/>
            <a:ext cx="864320" cy="144933"/>
          </a:xfrm>
        </p:spPr>
        <p:txBody>
          <a:bodyPr/>
          <a:lstStyle/>
          <a:p>
            <a:r>
              <a:rPr lang="en-US"/>
              <a:t>2020-09-29</a:t>
            </a:r>
          </a:p>
          <a:p>
            <a:endParaRPr lang="en-US" dirty="0"/>
          </a:p>
        </p:txBody>
      </p:sp>
      <p:sp>
        <p:nvSpPr>
          <p:cNvPr id="12" name="IFXSHAPE"/>
          <p:cNvSpPr>
            <a:spLocks noGrp="1"/>
          </p:cNvSpPr>
          <p:nvPr>
            <p:ph type="sldNum" sz="quarter" idx="5"/>
          </p:nvPr>
        </p:nvSpPr>
        <p:spPr>
          <a:xfrm>
            <a:off x="6142037" y="9940925"/>
            <a:ext cx="503237" cy="144933"/>
          </a:xfrm>
        </p:spPr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352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0CAF6-FD89-5387-6210-118AD3B6A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FXSHAPE">
            <a:extLst>
              <a:ext uri="{FF2B5EF4-FFF2-40B4-BE49-F238E27FC236}">
                <a16:creationId xmlns:a16="http://schemas.microsoft.com/office/drawing/2014/main" id="{74129C74-016E-3CDA-C450-F79F5F014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4025" y="1012825"/>
            <a:ext cx="6191250" cy="3482975"/>
          </a:xfrm>
        </p:spPr>
      </p:sp>
      <p:sp>
        <p:nvSpPr>
          <p:cNvPr id="8" name="IFXSHAPE">
            <a:extLst>
              <a:ext uri="{FF2B5EF4-FFF2-40B4-BE49-F238E27FC236}">
                <a16:creationId xmlns:a16="http://schemas.microsoft.com/office/drawing/2014/main" id="{293CE481-465C-7A7F-375D-C458BE25905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53306" y="4708042"/>
            <a:ext cx="6191968" cy="4832456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IFXSHAPE">
            <a:extLst>
              <a:ext uri="{FF2B5EF4-FFF2-40B4-BE49-F238E27FC236}">
                <a16:creationId xmlns:a16="http://schemas.microsoft.com/office/drawing/2014/main" id="{7DCA4AC0-2A43-881D-6ECF-F84F585B04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54025" y="295163"/>
            <a:ext cx="4422857" cy="41942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IFXSHAPE">
            <a:extLst>
              <a:ext uri="{FF2B5EF4-FFF2-40B4-BE49-F238E27FC236}">
                <a16:creationId xmlns:a16="http://schemas.microsoft.com/office/drawing/2014/main" id="{7A85724F-1CB2-4ED4-59D2-8E592D1EBD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1317625" y="9940925"/>
            <a:ext cx="4824411" cy="144933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IFXSHAPE">
            <a:extLst>
              <a:ext uri="{FF2B5EF4-FFF2-40B4-BE49-F238E27FC236}">
                <a16:creationId xmlns:a16="http://schemas.microsoft.com/office/drawing/2014/main" id="{1F2DC33F-54BF-D67F-2F4B-A9A18427BE7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53306" y="9940925"/>
            <a:ext cx="864320" cy="144933"/>
          </a:xfrm>
        </p:spPr>
        <p:txBody>
          <a:bodyPr/>
          <a:lstStyle/>
          <a:p>
            <a:r>
              <a:rPr lang="en-US"/>
              <a:t>2020-09-29</a:t>
            </a:r>
          </a:p>
          <a:p>
            <a:endParaRPr lang="en-US" dirty="0"/>
          </a:p>
        </p:txBody>
      </p:sp>
      <p:sp>
        <p:nvSpPr>
          <p:cNvPr id="12" name="IFXSHAPE">
            <a:extLst>
              <a:ext uri="{FF2B5EF4-FFF2-40B4-BE49-F238E27FC236}">
                <a16:creationId xmlns:a16="http://schemas.microsoft.com/office/drawing/2014/main" id="{AD60D284-2D30-CE54-AC68-22F6C2F7A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142037" y="9940925"/>
            <a:ext cx="503237" cy="144933"/>
          </a:xfrm>
        </p:spPr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29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36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sz="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2020-09-28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8111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FXSHAPE"/>
          <p:cNvSpPr>
            <a:spLocks noGrp="1" noRot="1" noChangeAspect="1"/>
          </p:cNvSpPr>
          <p:nvPr>
            <p:ph type="sldImg"/>
          </p:nvPr>
        </p:nvSpPr>
        <p:spPr>
          <a:xfrm>
            <a:off x="454025" y="1012825"/>
            <a:ext cx="6191250" cy="3482975"/>
          </a:xfrm>
        </p:spPr>
      </p:sp>
      <p:sp>
        <p:nvSpPr>
          <p:cNvPr id="8" name="IFXSHAPE"/>
          <p:cNvSpPr>
            <a:spLocks noGrp="1"/>
          </p:cNvSpPr>
          <p:nvPr>
            <p:ph type="body" idx="3"/>
          </p:nvPr>
        </p:nvSpPr>
        <p:spPr>
          <a:xfrm>
            <a:off x="453306" y="4708042"/>
            <a:ext cx="6191968" cy="4832456"/>
          </a:xfrm>
        </p:spPr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IFXSHAPE"/>
          <p:cNvSpPr>
            <a:spLocks noGrp="1"/>
          </p:cNvSpPr>
          <p:nvPr>
            <p:ph type="hdr" sz="quarter"/>
          </p:nvPr>
        </p:nvSpPr>
        <p:spPr>
          <a:xfrm>
            <a:off x="454025" y="295163"/>
            <a:ext cx="4422857" cy="41942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IFXSHAPE"/>
          <p:cNvSpPr>
            <a:spLocks noGrp="1"/>
          </p:cNvSpPr>
          <p:nvPr>
            <p:ph type="ftr" sz="quarter" idx="4"/>
          </p:nvPr>
        </p:nvSpPr>
        <p:spPr>
          <a:xfrm>
            <a:off x="1317625" y="9940925"/>
            <a:ext cx="4824411" cy="144933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Copyright © Infineon Technologies AG 2020. All rights reserved.</a:t>
            </a: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restricted</a:t>
            </a:r>
            <a:endParaRPr lang="en-US" b="1" dirty="0">
              <a:solidFill>
                <a:srgbClr val="E3003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IFXSHAPE"/>
          <p:cNvSpPr>
            <a:spLocks noGrp="1"/>
          </p:cNvSpPr>
          <p:nvPr>
            <p:ph type="dt" idx="1"/>
          </p:nvPr>
        </p:nvSpPr>
        <p:spPr>
          <a:xfrm>
            <a:off x="453306" y="9940925"/>
            <a:ext cx="864320" cy="144933"/>
          </a:xfrm>
        </p:spPr>
        <p:txBody>
          <a:bodyPr/>
          <a:lstStyle/>
          <a:p>
            <a:r>
              <a:rPr lang="en-US"/>
              <a:t>2020-09-29</a:t>
            </a:r>
          </a:p>
          <a:p>
            <a:endParaRPr lang="en-US" dirty="0"/>
          </a:p>
        </p:txBody>
      </p:sp>
      <p:sp>
        <p:nvSpPr>
          <p:cNvPr id="12" name="IFXSHAPE"/>
          <p:cNvSpPr>
            <a:spLocks noGrp="1"/>
          </p:cNvSpPr>
          <p:nvPr>
            <p:ph type="sldNum" sz="quarter" idx="5"/>
          </p:nvPr>
        </p:nvSpPr>
        <p:spPr>
          <a:xfrm>
            <a:off x="6142037" y="9940925"/>
            <a:ext cx="503237" cy="144933"/>
          </a:xfrm>
        </p:spPr>
        <p:txBody>
          <a:bodyPr/>
          <a:lstStyle/>
          <a:p>
            <a:fld id="{4165D906-55BD-49C5-997D-27A40DB53D1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366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2.jpg"/><Relationship Id="rId5" Type="http://schemas.openxmlformats.org/officeDocument/2006/relationships/tags" Target="../tags/tag1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image" Target="../media/image5.sv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image" Target="../media/image4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3.jpeg"/><Relationship Id="rId5" Type="http://schemas.openxmlformats.org/officeDocument/2006/relationships/tags" Target="../tags/tag19.xml"/><Relationship Id="rId15" Type="http://schemas.openxmlformats.org/officeDocument/2006/relationships/image" Target="../media/image7.png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image" Target="../media/image1.png"/><Relationship Id="rId5" Type="http://schemas.openxmlformats.org/officeDocument/2006/relationships/tags" Target="../tags/tag28.xml"/><Relationship Id="rId10" Type="http://schemas.openxmlformats.org/officeDocument/2006/relationships/image" Target="../media/image8.jpg"/><Relationship Id="rId4" Type="http://schemas.openxmlformats.org/officeDocument/2006/relationships/tags" Target="../tags/tag27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image" Target="../media/image6.png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image" Target="../media/image5.sv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4.png"/><Relationship Id="rId5" Type="http://schemas.openxmlformats.org/officeDocument/2006/relationships/tags" Target="../tags/tag36.xml"/><Relationship Id="rId10" Type="http://schemas.openxmlformats.org/officeDocument/2006/relationships/image" Target="../media/image9.jpeg"/><Relationship Id="rId4" Type="http://schemas.openxmlformats.org/officeDocument/2006/relationships/tags" Target="../tags/tag35.xml"/><Relationship Id="rId9" Type="http://schemas.openxmlformats.org/officeDocument/2006/relationships/slideMaster" Target="../slideMasters/slideMaster1.xml"/><Relationship Id="rId1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image" Target="../media/image1.png"/><Relationship Id="rId5" Type="http://schemas.openxmlformats.org/officeDocument/2006/relationships/tags" Target="../tags/tag4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5" Type="http://schemas.openxmlformats.org/officeDocument/2006/relationships/tags" Target="../tags/tag53.xml"/><Relationship Id="rId10" Type="http://schemas.openxmlformats.org/officeDocument/2006/relationships/tags" Target="../tags/tag58.xml"/><Relationship Id="rId4" Type="http://schemas.openxmlformats.org/officeDocument/2006/relationships/tags" Target="../tags/tag52.xml"/><Relationship Id="rId9" Type="http://schemas.openxmlformats.org/officeDocument/2006/relationships/tags" Target="../tags/tag57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0" Type="http://schemas.openxmlformats.org/officeDocument/2006/relationships/tags" Target="../tags/tag82.xml"/><Relationship Id="rId4" Type="http://schemas.openxmlformats.org/officeDocument/2006/relationships/tags" Target="../tags/tag76.xml"/><Relationship Id="rId9" Type="http://schemas.openxmlformats.org/officeDocument/2006/relationships/tags" Target="../tags/tag8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8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image" Target="../media/image10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tags" Target="../tags/tag115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tags" Target="../tags/tag114.xml"/><Relationship Id="rId5" Type="http://schemas.openxmlformats.org/officeDocument/2006/relationships/tags" Target="../tags/tag108.xml"/><Relationship Id="rId10" Type="http://schemas.openxmlformats.org/officeDocument/2006/relationships/tags" Target="../tags/tag113.xml"/><Relationship Id="rId4" Type="http://schemas.openxmlformats.org/officeDocument/2006/relationships/tags" Target="../tags/tag107.xml"/><Relationship Id="rId9" Type="http://schemas.openxmlformats.org/officeDocument/2006/relationships/tags" Target="../tags/tag11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5" Type="http://schemas.openxmlformats.org/officeDocument/2006/relationships/tags" Target="../tags/tag120.xml"/><Relationship Id="rId10" Type="http://schemas.openxmlformats.org/officeDocument/2006/relationships/tags" Target="../tags/tag125.xml"/><Relationship Id="rId4" Type="http://schemas.openxmlformats.org/officeDocument/2006/relationships/tags" Target="../tags/tag119.xml"/><Relationship Id="rId9" Type="http://schemas.openxmlformats.org/officeDocument/2006/relationships/tags" Target="../tags/tag124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12" Type="http://schemas.openxmlformats.org/officeDocument/2006/relationships/tags" Target="../tags/tag139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tags" Target="../tags/tag138.xml"/><Relationship Id="rId5" Type="http://schemas.openxmlformats.org/officeDocument/2006/relationships/tags" Target="../tags/tag132.xml"/><Relationship Id="rId10" Type="http://schemas.openxmlformats.org/officeDocument/2006/relationships/tags" Target="../tags/tag137.xml"/><Relationship Id="rId4" Type="http://schemas.openxmlformats.org/officeDocument/2006/relationships/tags" Target="../tags/tag131.xml"/><Relationship Id="rId9" Type="http://schemas.openxmlformats.org/officeDocument/2006/relationships/tags" Target="../tags/tag136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47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42.xml"/><Relationship Id="rId7" Type="http://schemas.openxmlformats.org/officeDocument/2006/relationships/tags" Target="../tags/tag146.xml"/><Relationship Id="rId12" Type="http://schemas.openxmlformats.org/officeDocument/2006/relationships/tags" Target="../tags/tag151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tags" Target="../tags/tag150.xml"/><Relationship Id="rId5" Type="http://schemas.openxmlformats.org/officeDocument/2006/relationships/tags" Target="../tags/tag144.xml"/><Relationship Id="rId10" Type="http://schemas.openxmlformats.org/officeDocument/2006/relationships/tags" Target="../tags/tag149.xml"/><Relationship Id="rId4" Type="http://schemas.openxmlformats.org/officeDocument/2006/relationships/tags" Target="../tags/tag143.xml"/><Relationship Id="rId9" Type="http://schemas.openxmlformats.org/officeDocument/2006/relationships/tags" Target="../tags/tag148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59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54.xml"/><Relationship Id="rId7" Type="http://schemas.openxmlformats.org/officeDocument/2006/relationships/tags" Target="../tags/tag158.xml"/><Relationship Id="rId12" Type="http://schemas.openxmlformats.org/officeDocument/2006/relationships/tags" Target="../tags/tag163.xml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11" Type="http://schemas.openxmlformats.org/officeDocument/2006/relationships/tags" Target="../tags/tag162.xml"/><Relationship Id="rId5" Type="http://schemas.openxmlformats.org/officeDocument/2006/relationships/tags" Target="../tags/tag156.xml"/><Relationship Id="rId10" Type="http://schemas.openxmlformats.org/officeDocument/2006/relationships/tags" Target="../tags/tag161.xml"/><Relationship Id="rId4" Type="http://schemas.openxmlformats.org/officeDocument/2006/relationships/tags" Target="../tags/tag155.xml"/><Relationship Id="rId9" Type="http://schemas.openxmlformats.org/officeDocument/2006/relationships/tags" Target="../tags/tag160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7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66.xml"/><Relationship Id="rId7" Type="http://schemas.openxmlformats.org/officeDocument/2006/relationships/tags" Target="../tags/tag170.xml"/><Relationship Id="rId12" Type="http://schemas.openxmlformats.org/officeDocument/2006/relationships/tags" Target="../tags/tag175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tags" Target="../tags/tag169.xml"/><Relationship Id="rId11" Type="http://schemas.openxmlformats.org/officeDocument/2006/relationships/tags" Target="../tags/tag174.xml"/><Relationship Id="rId5" Type="http://schemas.openxmlformats.org/officeDocument/2006/relationships/tags" Target="../tags/tag168.xml"/><Relationship Id="rId10" Type="http://schemas.openxmlformats.org/officeDocument/2006/relationships/tags" Target="../tags/tag173.xml"/><Relationship Id="rId4" Type="http://schemas.openxmlformats.org/officeDocument/2006/relationships/tags" Target="../tags/tag167.xml"/><Relationship Id="rId9" Type="http://schemas.openxmlformats.org/officeDocument/2006/relationships/tags" Target="../tags/tag17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tags" Target="../tags/tag186.xml"/><Relationship Id="rId5" Type="http://schemas.openxmlformats.org/officeDocument/2006/relationships/tags" Target="../tags/tag180.xml"/><Relationship Id="rId10" Type="http://schemas.openxmlformats.org/officeDocument/2006/relationships/tags" Target="../tags/tag185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4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92.xml"/><Relationship Id="rId7" Type="http://schemas.openxmlformats.org/officeDocument/2006/relationships/image" Target="../media/image1.png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4.xml"/><Relationship Id="rId4" Type="http://schemas.openxmlformats.org/officeDocument/2006/relationships/tags" Target="../tags/tag19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 hidden="1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Crystal Picture Placeholder">
            <a:extLst>
              <a:ext uri="{FF2B5EF4-FFF2-40B4-BE49-F238E27FC236}">
                <a16:creationId xmlns:a16="http://schemas.microsoft.com/office/drawing/2014/main" id="{5805FCC4-D045-0733-8C95-81CAFF9580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" y="2"/>
            <a:ext cx="12191999" cy="3743997"/>
          </a:xfrm>
          <a:custGeom>
            <a:avLst/>
            <a:gdLst>
              <a:gd name="connsiteX0" fmla="*/ 0 w 12191999"/>
              <a:gd name="connsiteY0" fmla="*/ 0 h 3743997"/>
              <a:gd name="connsiteX1" fmla="*/ 12191999 w 12191999"/>
              <a:gd name="connsiteY1" fmla="*/ 0 h 3743997"/>
              <a:gd name="connsiteX2" fmla="*/ 12191999 w 12191999"/>
              <a:gd name="connsiteY2" fmla="*/ 3726156 h 3743997"/>
              <a:gd name="connsiteX3" fmla="*/ 3063660 w 12191999"/>
              <a:gd name="connsiteY3" fmla="*/ 2179105 h 3743997"/>
              <a:gd name="connsiteX4" fmla="*/ 387 w 12191999"/>
              <a:gd name="connsiteY4" fmla="*/ 3726157 h 3743997"/>
              <a:gd name="connsiteX5" fmla="*/ 387 w 12191999"/>
              <a:gd name="connsiteY5" fmla="*/ 3743997 h 3743997"/>
              <a:gd name="connsiteX6" fmla="*/ 0 w 12191999"/>
              <a:gd name="connsiteY6" fmla="*/ 3743997 h 37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743997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743997"/>
                </a:lnTo>
                <a:lnTo>
                  <a:pt x="0" y="3743997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 wrap="square" tIns="1296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61232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OGO PROTECTION">
            <a:extLst>
              <a:ext uri="{FF2B5EF4-FFF2-40B4-BE49-F238E27FC236}">
                <a16:creationId xmlns:a16="http://schemas.microsoft.com/office/drawing/2014/main" id="{193C101A-31DD-4FCB-8E69-ED3C115F16E0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912424" y="236633"/>
            <a:ext cx="1772684" cy="960119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8" name="Background White">
            <a:extLst>
              <a:ext uri="{FF2B5EF4-FFF2-40B4-BE49-F238E27FC236}">
                <a16:creationId xmlns:a16="http://schemas.microsoft.com/office/drawing/2014/main" id="{9FD1694A-5725-40E5-AC10-2A7A68B981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30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26638A09-FAF0-40AC-917E-C2B12C875E5A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24000" y="4163051"/>
            <a:ext cx="8280000" cy="1118901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13" name="Crystal Shape">
            <a:extLst>
              <a:ext uri="{FF2B5EF4-FFF2-40B4-BE49-F238E27FC236}">
                <a16:creationId xmlns:a16="http://schemas.microsoft.com/office/drawing/2014/main" id="{A4208110-E884-BAAA-527C-E592A2F7FA29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classification_attention_placeholder" hidden="1">
            <a:extLst>
              <a:ext uri="{FF2B5EF4-FFF2-40B4-BE49-F238E27FC236}">
                <a16:creationId xmlns:a16="http://schemas.microsoft.com/office/drawing/2014/main" id="{542ADA73-329E-4D35-A040-712B75800F88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0314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placeholder">
            <a:extLst>
              <a:ext uri="{FF2B5EF4-FFF2-40B4-BE49-F238E27FC236}">
                <a16:creationId xmlns:a16="http://schemas.microsoft.com/office/drawing/2014/main" id="{2D16A7B9-CA23-4C66-B2AF-3682EAAE815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0314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FE25D73-2664-463A-AF80-DF3E4E2CB8B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0314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raft_placeholder" hidden="1">
            <a:extLst>
              <a:ext uri="{FF2B5EF4-FFF2-40B4-BE49-F238E27FC236}">
                <a16:creationId xmlns:a16="http://schemas.microsoft.com/office/drawing/2014/main" id="{9769B1E2-E46B-4957-AEBB-2CD1EAF09328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MIO_AGENDA_IGNORE_NAVIGATION" hidden="1">
            <a:extLst>
              <a:ext uri="{FF2B5EF4-FFF2-40B4-BE49-F238E27FC236}">
                <a16:creationId xmlns:a16="http://schemas.microsoft.com/office/drawing/2014/main" id="{03AF05FD-8ED3-440D-B616-18664CA13DD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E0053FF2-2ADB-4CE0-850C-04ADE25DFF5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19EA23C-BCB4-4E72-A8B3-AFF05FD396B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Footer Placeholder 17" hidden="1">
            <a:extLst>
              <a:ext uri="{FF2B5EF4-FFF2-40B4-BE49-F238E27FC236}">
                <a16:creationId xmlns:a16="http://schemas.microsoft.com/office/drawing/2014/main" id="{271BB539-26D3-4B9C-9F13-4E382668BE8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Slide Number Placeholder 18" hidden="1">
            <a:extLst>
              <a:ext uri="{FF2B5EF4-FFF2-40B4-BE49-F238E27FC236}">
                <a16:creationId xmlns:a16="http://schemas.microsoft.com/office/drawing/2014/main" id="{970E7400-5A78-4596-8A13-DC8308CA511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>
            <a:extLst>
              <a:ext uri="{FF2B5EF4-FFF2-40B4-BE49-F238E27FC236}">
                <a16:creationId xmlns:a16="http://schemas.microsoft.com/office/drawing/2014/main" id="{C370ED20-2DD7-4652-95B4-6C73AD11EB7F}"/>
              </a:ext>
            </a:extLst>
          </p:cNvPr>
          <p:cNvSpPr/>
          <p:nvPr userDrawn="1"/>
        </p:nvSpPr>
        <p:spPr bwMode="auto">
          <a:xfrm>
            <a:off x="0" y="18864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92DC6926-96FF-4BB1-823E-5F2FFE796E7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9994175" y="353272"/>
            <a:ext cx="1574433" cy="687428"/>
          </a:xfrm>
          <a:prstGeom prst="rect">
            <a:avLst/>
          </a:prstGeom>
        </p:spPr>
      </p:pic>
      <p:pic>
        <p:nvPicPr>
          <p:cNvPr id="22" name="LOGO Award Innovation" descr="Ein Bild, das Text, Screenshot, Schrift, Kreis enthält.&#10;&#10;KI-generierte Inhalte können fehlerhaft sein.">
            <a:extLst>
              <a:ext uri="{FF2B5EF4-FFF2-40B4-BE49-F238E27FC236}">
                <a16:creationId xmlns:a16="http://schemas.microsoft.com/office/drawing/2014/main" id="{5C8094CB-6CA5-4C8C-A34D-E405220AEA8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096" y="5583917"/>
            <a:ext cx="1388241" cy="670382"/>
          </a:xfrm>
          <a:prstGeom prst="rect">
            <a:avLst/>
          </a:prstGeom>
        </p:spPr>
      </p:pic>
      <p:pic>
        <p:nvPicPr>
          <p:cNvPr id="23" name="LOGO Award Sustainability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2580F642-116E-41DC-881C-366C1DFCA471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966" y="5583917"/>
            <a:ext cx="670034" cy="67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92289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501C1CF0-6452-4D4E-9BC7-65EADBD5EEC4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7" name="Crystal Picture Placeholder">
            <a:extLst>
              <a:ext uri="{FF2B5EF4-FFF2-40B4-BE49-F238E27FC236}">
                <a16:creationId xmlns:a16="http://schemas.microsoft.com/office/drawing/2014/main" id="{2B034C47-A659-3457-E1A7-79A7F521356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1" y="0"/>
            <a:ext cx="5205158" cy="6858000"/>
          </a:xfrm>
          <a:custGeom>
            <a:avLst/>
            <a:gdLst>
              <a:gd name="connsiteX0" fmla="*/ 0 w 5205158"/>
              <a:gd name="connsiteY0" fmla="*/ 0 h 6858000"/>
              <a:gd name="connsiteX1" fmla="*/ 4377139 w 5205158"/>
              <a:gd name="connsiteY1" fmla="*/ 0 h 6858000"/>
              <a:gd name="connsiteX2" fmla="*/ 5205158 w 5205158"/>
              <a:gd name="connsiteY2" fmla="*/ 1713978 h 6858000"/>
              <a:gd name="connsiteX3" fmla="*/ 4370092 w 5205158"/>
              <a:gd name="connsiteY3" fmla="*/ 6858000 h 6858000"/>
              <a:gd name="connsiteX4" fmla="*/ 0 w 5205158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5158" h="6858000">
                <a:moveTo>
                  <a:pt x="0" y="0"/>
                </a:moveTo>
                <a:lnTo>
                  <a:pt x="4377139" y="0"/>
                </a:lnTo>
                <a:lnTo>
                  <a:pt x="5205158" y="1713978"/>
                </a:lnTo>
                <a:lnTo>
                  <a:pt x="4370092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 wrap="square" tIns="2700000">
            <a:noAutofit/>
          </a:bodyPr>
          <a:lstStyle>
            <a:lvl1pPr marL="0" indent="0" algn="ctr" rtl="0">
              <a:buNone/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A2558C1A-A4CE-495C-941B-21CFE7DE6C24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2328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GO PROTECTION">
            <a:extLst>
              <a:ext uri="{FF2B5EF4-FFF2-40B4-BE49-F238E27FC236}">
                <a16:creationId xmlns:a16="http://schemas.microsoft.com/office/drawing/2014/main" id="{4DCE96B1-83D3-EAE7-D992-044F49F60C0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auto">
          <a:xfrm>
            <a:off x="263352" y="236633"/>
            <a:ext cx="1772684" cy="960119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7" name="Background White">
            <a:extLst>
              <a:ext uri="{FF2B5EF4-FFF2-40B4-BE49-F238E27FC236}">
                <a16:creationId xmlns:a16="http://schemas.microsoft.com/office/drawing/2014/main" id="{FBA286CB-2DB7-49EA-ABB9-E63BB6315EDB}"/>
              </a:ext>
            </a:extLst>
          </p:cNvPr>
          <p:cNvSpPr/>
          <p:nvPr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A close-up of a plant&#10;&#10;Description automatically generated">
            <a:extLst>
              <a:ext uri="{FF2B5EF4-FFF2-40B4-BE49-F238E27FC236}">
                <a16:creationId xmlns:a16="http://schemas.microsoft.com/office/drawing/2014/main" id="{D8A43A75-D6CE-2257-415C-1E0787C2AD1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206538" cy="6858000"/>
          </a:xfrm>
          <a:prstGeom prst="rect">
            <a:avLst/>
          </a:prstGeom>
        </p:spPr>
      </p:pic>
      <p:sp>
        <p:nvSpPr>
          <p:cNvPr id="3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0926292C-4FD6-404F-8149-3EB0B4DF87B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08608" y="1757203"/>
            <a:ext cx="5760000" cy="1672899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275E4ACD-2699-4EB4-B72E-2EBE63C205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808608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2E1A11AC-1395-4E21-827C-BF03F1350E7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808608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8A1DAB4F-0FA1-4116-AD11-2FAD7B4CA74A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8328521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6199DA7C-0CA0-4D66-B211-C7E7EAED824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7464565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77B7EDDE-B2BF-41DF-B12E-29C55B064D28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MIO_AGENDA_IGNORE_CHAPTER_REFERENCE" hidden="1">
            <a:extLst>
              <a:ext uri="{FF2B5EF4-FFF2-40B4-BE49-F238E27FC236}">
                <a16:creationId xmlns:a16="http://schemas.microsoft.com/office/drawing/2014/main" id="{77CD087C-DFE1-43D5-AF8C-29BB0B90F672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8A2B950C-C584-4156-BAA9-284D4A5BB0F4}"/>
              </a:ext>
            </a:extLst>
          </p:cNvPr>
          <p:cNvSpPr>
            <a:spLocks noGrp="1"/>
          </p:cNvSpPr>
          <p:nvPr>
            <p:ph type="dt" sz="half" idx="19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237973C6-0D90-4AEE-BB6E-AE4A8B5BA26B}"/>
              </a:ext>
            </a:extLst>
          </p:cNvPr>
          <p:cNvSpPr>
            <a:spLocks noGrp="1"/>
          </p:cNvSpPr>
          <p:nvPr>
            <p:ph type="sldNum" sz="quarter" idx="2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D727B4D6-DF5E-49B7-A837-D207551F22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1807AF6D-9E64-2C4F-72B8-8E1B696F07B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334800" y="353272"/>
            <a:ext cx="1574433" cy="687428"/>
          </a:xfrm>
          <a:prstGeom prst="rect">
            <a:avLst/>
          </a:prstGeom>
        </p:spPr>
      </p:pic>
      <p:pic>
        <p:nvPicPr>
          <p:cNvPr id="20" name="LOGO Award Innovation" descr="Ein Bild, das Text, Screenshot, Schrift, Kreis enthält.&#10;&#10;KI-generierte Inhalte können fehlerhaft sein.">
            <a:extLst>
              <a:ext uri="{FF2B5EF4-FFF2-40B4-BE49-F238E27FC236}">
                <a16:creationId xmlns:a16="http://schemas.microsoft.com/office/drawing/2014/main" id="{B9B3D97A-9BFB-40A0-9441-80DA943DDD7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096" y="5583917"/>
            <a:ext cx="1388241" cy="670382"/>
          </a:xfrm>
          <a:prstGeom prst="rect">
            <a:avLst/>
          </a:prstGeom>
        </p:spPr>
      </p:pic>
      <p:pic>
        <p:nvPicPr>
          <p:cNvPr id="21" name="LOGO Award Sustainability" descr="Ein Bild, das Schwarz, Dunkelheit enthält.&#10;&#10;Automatisch generierte Beschreibung">
            <a:extLst>
              <a:ext uri="{FF2B5EF4-FFF2-40B4-BE49-F238E27FC236}">
                <a16:creationId xmlns:a16="http://schemas.microsoft.com/office/drawing/2014/main" id="{19FCA7E8-3379-4D22-BCD2-3178461C8B7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966" y="5583917"/>
            <a:ext cx="670034" cy="67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7589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4A951B-0B3C-4A20-86D2-B3C8F8FB95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9624391" y="5337212"/>
            <a:ext cx="2060717" cy="1116123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Background White">
            <a:extLst>
              <a:ext uri="{FF2B5EF4-FFF2-40B4-BE49-F238E27FC236}">
                <a16:creationId xmlns:a16="http://schemas.microsoft.com/office/drawing/2014/main" id="{1FBC75BD-957B-1EC7-B3A9-8C67FC480706}"/>
              </a:ext>
            </a:extLst>
          </p:cNvPr>
          <p:cNvSpPr/>
          <p:nvPr userDrawn="1"/>
        </p:nvSpPr>
        <p:spPr bwMode="auto"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rtl="0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3" name="Crystal Shape">
            <a:extLst>
              <a:ext uri="{FF2B5EF4-FFF2-40B4-BE49-F238E27FC236}">
                <a16:creationId xmlns:a16="http://schemas.microsoft.com/office/drawing/2014/main" id="{2EA7ACC0-9174-0F6F-0B3E-9FE773D0A408}"/>
              </a:ext>
            </a:extLst>
          </p:cNvPr>
          <p:cNvSpPr/>
          <p:nvPr userDrawn="1"/>
        </p:nvSpPr>
        <p:spPr bwMode="auto">
          <a:xfrm>
            <a:off x="2" y="1"/>
            <a:ext cx="12191999" cy="3932241"/>
          </a:xfrm>
          <a:custGeom>
            <a:avLst/>
            <a:gdLst>
              <a:gd name="connsiteX0" fmla="*/ 0 w 12191999"/>
              <a:gd name="connsiteY0" fmla="*/ 0 h 3932241"/>
              <a:gd name="connsiteX1" fmla="*/ 12191999 w 12191999"/>
              <a:gd name="connsiteY1" fmla="*/ 0 h 3932241"/>
              <a:gd name="connsiteX2" fmla="*/ 12191999 w 12191999"/>
              <a:gd name="connsiteY2" fmla="*/ 3726156 h 3932241"/>
              <a:gd name="connsiteX3" fmla="*/ 3063660 w 12191999"/>
              <a:gd name="connsiteY3" fmla="*/ 2179105 h 3932241"/>
              <a:gd name="connsiteX4" fmla="*/ 387 w 12191999"/>
              <a:gd name="connsiteY4" fmla="*/ 3726157 h 3932241"/>
              <a:gd name="connsiteX5" fmla="*/ 387 w 12191999"/>
              <a:gd name="connsiteY5" fmla="*/ 3932241 h 3932241"/>
              <a:gd name="connsiteX6" fmla="*/ 0 w 12191999"/>
              <a:gd name="connsiteY6" fmla="*/ 3932241 h 39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932241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>
            <a:noAutofit/>
          </a:bodyPr>
          <a:lstStyle/>
          <a:p>
            <a:pPr algn="ctr" defTabSz="576000" rtl="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lang="en-GB" sz="18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Author (department)</a:t>
            </a:r>
            <a:br>
              <a:rPr lang="en-US" noProof="0" dirty="0"/>
            </a:br>
            <a:r>
              <a:rPr lang="en-US" noProof="0" dirty="0"/>
              <a:t>Date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DDFB9099-E080-4657-A124-1583A7385081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24001" y="4161599"/>
            <a:ext cx="8280000" cy="1119600"/>
          </a:xfrm>
        </p:spPr>
        <p:txBody>
          <a:bodyPr bIns="0" anchor="b">
            <a:normAutofit/>
          </a:bodyPr>
          <a:lstStyle>
            <a:lvl1pPr algn="l">
              <a:defRPr sz="3600"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Please type in title</a:t>
            </a:r>
          </a:p>
        </p:txBody>
      </p:sp>
      <p:sp>
        <p:nvSpPr>
          <p:cNvPr id="8" name="empower_classification_attention_placeholder" hidden="1">
            <a:extLst>
              <a:ext uri="{FF2B5EF4-FFF2-40B4-BE49-F238E27FC236}">
                <a16:creationId xmlns:a16="http://schemas.microsoft.com/office/drawing/2014/main" id="{597455C0-1C86-4D66-BC01-C39FC063630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5411800" y="6501600"/>
            <a:ext cx="1368401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9" name="empower_classification_placeholder">
            <a:extLst>
              <a:ext uri="{FF2B5EF4-FFF2-40B4-BE49-F238E27FC236}">
                <a16:creationId xmlns:a16="http://schemas.microsoft.com/office/drawing/2014/main" id="{F2A69E30-B66A-4640-A0FD-5D2C3EE160B0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5412000" y="6501600"/>
            <a:ext cx="1368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96E39437-30C8-4D2C-BDE0-D743E3FA80DD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624000" y="6501600"/>
            <a:ext cx="324008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9" name="empower_draft_placeholder" hidden="1">
            <a:extLst>
              <a:ext uri="{FF2B5EF4-FFF2-40B4-BE49-F238E27FC236}">
                <a16:creationId xmlns:a16="http://schemas.microsoft.com/office/drawing/2014/main" id="{4B8FCDCD-762A-43C6-901A-F85ED8B716C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4350044" y="6501239"/>
            <a:ext cx="576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E1EDD075-E4C7-4D42-B9EA-266CAA36278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CHAPTER_REFERENCE" hidden="1">
            <a:extLst>
              <a:ext uri="{FF2B5EF4-FFF2-40B4-BE49-F238E27FC236}">
                <a16:creationId xmlns:a16="http://schemas.microsoft.com/office/drawing/2014/main" id="{69714F47-DD62-4063-BF75-AE10B75ACD2F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4801112-C226-4D1B-8109-89A1EA6E6950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7" name="Footer Placeholder 16" hidden="1">
            <a:extLst>
              <a:ext uri="{FF2B5EF4-FFF2-40B4-BE49-F238E27FC236}">
                <a16:creationId xmlns:a16="http://schemas.microsoft.com/office/drawing/2014/main" id="{4A132925-95FA-4753-A3A8-100A8B4A5840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90BC69B8-D726-4EBC-AE1A-053251677C8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3B046A58-B894-4C62-9312-C4EF9EDFF3F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0090C8BE-0F32-4CF4-BB5D-F435E6072DC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55" y="5453288"/>
            <a:ext cx="1830253" cy="80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91533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mpower_additionalText_placeholder" hidden="1">
            <a:extLst>
              <a:ext uri="{FF2B5EF4-FFF2-40B4-BE49-F238E27FC236}">
                <a16:creationId xmlns:a16="http://schemas.microsoft.com/office/drawing/2014/main" id="{93F7048C-8316-453D-8883-8716B78B030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19AD8A63-6441-49F3-BD90-8D4DF9E47EE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7EE7D08-6A4F-4583-B0FB-2642238529C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BBB3932D-D47B-4955-93EE-467AC52E4E27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BB857729-3B9C-45BF-8F44-236D56EED406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ED12D396-6789-4220-B5FF-8F4E755A3C76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7C1E426-F34B-4FFB-A688-C9E251A8BC0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6976A686-032A-4DD8-ACB2-F6323D2BEB1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807386D-5007-41B0-8720-8A575EEBA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F5FE3C92-21D9-4EC7-8208-A5BA097E9D7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D1F9AA12-4C8C-4488-AF38-E06943B19A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971F8BAB-E178-4122-ADFD-FE4894CC864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F4BB077B-5178-4306-A596-17CDBFA21A5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D23B78-ED4D-4135-B16E-F5097554D30C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15" orient="horz" pos="7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|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mpower_additionalText_placeholder" hidden="1">
            <a:extLst>
              <a:ext uri="{FF2B5EF4-FFF2-40B4-BE49-F238E27FC236}">
                <a16:creationId xmlns:a16="http://schemas.microsoft.com/office/drawing/2014/main" id="{9D9C4037-B0BC-4E62-B476-A41D0440655D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empower_document_placeholder" hidden="1">
            <a:extLst>
              <a:ext uri="{FF2B5EF4-FFF2-40B4-BE49-F238E27FC236}">
                <a16:creationId xmlns:a16="http://schemas.microsoft.com/office/drawing/2014/main" id="{7BEA6DD0-FBBB-494B-9C03-C447E71492A5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3" name="empower_proprietary_placeholder" hidden="1">
            <a:extLst>
              <a:ext uri="{FF2B5EF4-FFF2-40B4-BE49-F238E27FC236}">
                <a16:creationId xmlns:a16="http://schemas.microsoft.com/office/drawing/2014/main" id="{295E96AB-B6AB-4A8B-A097-6438B2DA5C51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5" name="empower_draft_placeholder" hidden="1">
            <a:extLst>
              <a:ext uri="{FF2B5EF4-FFF2-40B4-BE49-F238E27FC236}">
                <a16:creationId xmlns:a16="http://schemas.microsoft.com/office/drawing/2014/main" id="{0B3EC6CF-5868-40BD-BF1B-882B13F49F5C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empower_footer_placeholder">
            <a:extLst>
              <a:ext uri="{FF2B5EF4-FFF2-40B4-BE49-F238E27FC236}">
                <a16:creationId xmlns:a16="http://schemas.microsoft.com/office/drawing/2014/main" id="{FE09BAC5-F3BC-4C51-A794-098F4099C052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classification_attention_placeholder" hidden="1">
            <a:extLst>
              <a:ext uri="{FF2B5EF4-FFF2-40B4-BE49-F238E27FC236}">
                <a16:creationId xmlns:a16="http://schemas.microsoft.com/office/drawing/2014/main" id="{E695FB18-B641-433F-A03A-D58B93F377B4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1" name="empower_classification_placeholder">
            <a:extLst>
              <a:ext uri="{FF2B5EF4-FFF2-40B4-BE49-F238E27FC236}">
                <a16:creationId xmlns:a16="http://schemas.microsoft.com/office/drawing/2014/main" id="{6F76DDB4-3F8E-4A82-B473-4784C9B20BC1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date_placeholder">
            <a:extLst>
              <a:ext uri="{FF2B5EF4-FFF2-40B4-BE49-F238E27FC236}">
                <a16:creationId xmlns:a16="http://schemas.microsoft.com/office/drawing/2014/main" id="{2C326E6F-F54B-4E77-BCF5-73E6B02466B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2209D2CA-FDE2-4B12-9D75-213CCFE3FA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9" name="LOGO PROTECTION" hidden="1">
            <a:extLst>
              <a:ext uri="{FF2B5EF4-FFF2-40B4-BE49-F238E27FC236}">
                <a16:creationId xmlns:a16="http://schemas.microsoft.com/office/drawing/2014/main" id="{DF1FB678-4F92-45E5-9B25-2B5FE93A09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B8A1C3-E607-4E28-91A1-A973183FE78F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0" name="Footer Placeholder 9" hidden="1">
            <a:extLst>
              <a:ext uri="{FF2B5EF4-FFF2-40B4-BE49-F238E27FC236}">
                <a16:creationId xmlns:a16="http://schemas.microsoft.com/office/drawing/2014/main" id="{6B901E0B-D453-4CEB-8C35-51C25A27F89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 hidden="1">
            <a:extLst>
              <a:ext uri="{FF2B5EF4-FFF2-40B4-BE49-F238E27FC236}">
                <a16:creationId xmlns:a16="http://schemas.microsoft.com/office/drawing/2014/main" id="{212E0C1A-F772-4C8C-B2E7-03887DA46ED9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0BE19B5-FA3E-481C-ACF3-046C2AA8A91D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FD35C554-56A1-4651-98F3-FC19B8770A8A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empower_document_placeholder" hidden="1">
            <a:extLst>
              <a:ext uri="{FF2B5EF4-FFF2-40B4-BE49-F238E27FC236}">
                <a16:creationId xmlns:a16="http://schemas.microsoft.com/office/drawing/2014/main" id="{4FA374A8-328C-4586-BEF8-CF0921FBF7D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4" name="empower_proprietary_placeholder" hidden="1">
            <a:extLst>
              <a:ext uri="{FF2B5EF4-FFF2-40B4-BE49-F238E27FC236}">
                <a16:creationId xmlns:a16="http://schemas.microsoft.com/office/drawing/2014/main" id="{AEB670C2-21D6-4210-BA37-DF3C9B9933BC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draft_placeholder" hidden="1">
            <a:extLst>
              <a:ext uri="{FF2B5EF4-FFF2-40B4-BE49-F238E27FC236}">
                <a16:creationId xmlns:a16="http://schemas.microsoft.com/office/drawing/2014/main" id="{21B71886-0324-4B36-AA82-C90CF46385B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footer_placeholder">
            <a:extLst>
              <a:ext uri="{FF2B5EF4-FFF2-40B4-BE49-F238E27FC236}">
                <a16:creationId xmlns:a16="http://schemas.microsoft.com/office/drawing/2014/main" id="{DC9834AE-8B30-477E-8C87-5F8E7D7B17A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classification_attention_placeholder" hidden="1">
            <a:extLst>
              <a:ext uri="{FF2B5EF4-FFF2-40B4-BE49-F238E27FC236}">
                <a16:creationId xmlns:a16="http://schemas.microsoft.com/office/drawing/2014/main" id="{B5FD8F85-4CB3-489A-86B2-4ABCB308F30D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classification_placeholder">
            <a:extLst>
              <a:ext uri="{FF2B5EF4-FFF2-40B4-BE49-F238E27FC236}">
                <a16:creationId xmlns:a16="http://schemas.microsoft.com/office/drawing/2014/main" id="{A254D557-505E-4B08-8C5B-DEA083728C5A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  <a:endParaRPr lang="en-US" sz="800" b="1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empower_date_placeholder">
            <a:extLst>
              <a:ext uri="{FF2B5EF4-FFF2-40B4-BE49-F238E27FC236}">
                <a16:creationId xmlns:a16="http://schemas.microsoft.com/office/drawing/2014/main" id="{6E3D16E2-B858-4F89-B7A0-119FBFC70810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Right"/>
          <p:cNvSpPr>
            <a:spLocks noGrp="1"/>
          </p:cNvSpPr>
          <p:nvPr>
            <p:ph sz="quarter" idx="14" hasCustomPrompt="1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73E7DFD-EB78-498B-97A4-CE06BA4BE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D623209F-EEBF-4451-AF99-363F6EA35F6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9850AB63-C5F5-4BA2-A73E-BB668324B70F}"/>
              </a:ext>
            </a:extLst>
          </p:cNvPr>
          <p:cNvSpPr>
            <a:spLocks noGrp="1"/>
          </p:cNvSpPr>
          <p:nvPr>
            <p:ph type="dt" sz="half" idx="15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1" name="Footer Placeholder 10" hidden="1">
            <a:extLst>
              <a:ext uri="{FF2B5EF4-FFF2-40B4-BE49-F238E27FC236}">
                <a16:creationId xmlns:a16="http://schemas.microsoft.com/office/drawing/2014/main" id="{ED18627F-EDFA-45CA-A572-C60F0E37473A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 hidden="1">
            <a:extLst>
              <a:ext uri="{FF2B5EF4-FFF2-40B4-BE49-F238E27FC236}">
                <a16:creationId xmlns:a16="http://schemas.microsoft.com/office/drawing/2014/main" id="{E2FA0071-6D08-45B0-AF4E-22BFCF09E76B}"/>
              </a:ext>
            </a:extLst>
          </p:cNvPr>
          <p:cNvSpPr>
            <a:spLocks noGrp="1"/>
          </p:cNvSpPr>
          <p:nvPr>
            <p:ph type="sldNum" sz="quarter" idx="17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673026AB-61DE-4BDA-8F8E-CCC68BAAE095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Crystal Shape">
            <a:extLst>
              <a:ext uri="{FF2B5EF4-FFF2-40B4-BE49-F238E27FC236}">
                <a16:creationId xmlns:a16="http://schemas.microsoft.com/office/drawing/2014/main" id="{3FBBF7BF-BA7F-647C-39AB-CEDA0092AA91}"/>
              </a:ext>
            </a:extLst>
          </p:cNvPr>
          <p:cNvSpPr/>
          <p:nvPr userDrawn="1"/>
        </p:nvSpPr>
        <p:spPr>
          <a:xfrm rot="5400000">
            <a:off x="1207129" y="-1234005"/>
            <a:ext cx="6878637" cy="9330464"/>
          </a:xfrm>
          <a:custGeom>
            <a:avLst/>
            <a:gdLst>
              <a:gd name="connsiteX0" fmla="*/ 0 w 6870543"/>
              <a:gd name="connsiteY0" fmla="*/ 727877 h 5591944"/>
              <a:gd name="connsiteX1" fmla="*/ 1726296 w 6870543"/>
              <a:gd name="connsiteY1" fmla="*/ 0 h 5591944"/>
              <a:gd name="connsiteX2" fmla="*/ 6870543 w 6870543"/>
              <a:gd name="connsiteY2" fmla="*/ 1136853 h 5591944"/>
              <a:gd name="connsiteX3" fmla="*/ 6870543 w 6870543"/>
              <a:gd name="connsiteY3" fmla="*/ 5591944 h 5591944"/>
              <a:gd name="connsiteX4" fmla="*/ 0 w 6870543"/>
              <a:gd name="connsiteY4" fmla="*/ 5591944 h 5591944"/>
              <a:gd name="connsiteX5" fmla="*/ 0 w 6870543"/>
              <a:gd name="connsiteY5" fmla="*/ 727877 h 5591944"/>
              <a:gd name="connsiteX0" fmla="*/ 0 w 6870545"/>
              <a:gd name="connsiteY0" fmla="*/ 727877 h 9322375"/>
              <a:gd name="connsiteX1" fmla="*/ 1726296 w 6870545"/>
              <a:gd name="connsiteY1" fmla="*/ 0 h 9322375"/>
              <a:gd name="connsiteX2" fmla="*/ 6870543 w 6870545"/>
              <a:gd name="connsiteY2" fmla="*/ 1136853 h 9322375"/>
              <a:gd name="connsiteX3" fmla="*/ 6870545 w 6870545"/>
              <a:gd name="connsiteY3" fmla="*/ 9322375 h 9322375"/>
              <a:gd name="connsiteX4" fmla="*/ 0 w 6870545"/>
              <a:gd name="connsiteY4" fmla="*/ 5591944 h 9322375"/>
              <a:gd name="connsiteX5" fmla="*/ 0 w 6870545"/>
              <a:gd name="connsiteY5" fmla="*/ 727877 h 9322375"/>
              <a:gd name="connsiteX0" fmla="*/ 8092 w 6878637"/>
              <a:gd name="connsiteY0" fmla="*/ 727877 h 9330464"/>
              <a:gd name="connsiteX1" fmla="*/ 1734388 w 6878637"/>
              <a:gd name="connsiteY1" fmla="*/ 0 h 9330464"/>
              <a:gd name="connsiteX2" fmla="*/ 6878635 w 6878637"/>
              <a:gd name="connsiteY2" fmla="*/ 1136853 h 9330464"/>
              <a:gd name="connsiteX3" fmla="*/ 6878637 w 6878637"/>
              <a:gd name="connsiteY3" fmla="*/ 9322375 h 9330464"/>
              <a:gd name="connsiteX4" fmla="*/ 0 w 6878637"/>
              <a:gd name="connsiteY4" fmla="*/ 9330464 h 9330464"/>
              <a:gd name="connsiteX5" fmla="*/ 8092 w 6878637"/>
              <a:gd name="connsiteY5" fmla="*/ 727877 h 933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78637" h="9330464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5" name="LOGO PROTECTION" hidden="1">
            <a:extLst>
              <a:ext uri="{FF2B5EF4-FFF2-40B4-BE49-F238E27FC236}">
                <a16:creationId xmlns:a16="http://schemas.microsoft.com/office/drawing/2014/main" id="{D0048F1C-4756-47EC-8B66-DB56E576453D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E4554E90-4FD5-45B2-A49A-214245B7F6D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074326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 White"/>
          <p:cNvSpPr/>
          <p:nvPr/>
        </p:nvSpPr>
        <p:spPr bwMode="auto">
          <a:xfrm>
            <a:off x="0" y="810000"/>
            <a:ext cx="12191998" cy="604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endParaRPr lang="en-US" sz="2133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6" name="Crystal Shape">
            <a:extLst>
              <a:ext uri="{FF2B5EF4-FFF2-40B4-BE49-F238E27FC236}">
                <a16:creationId xmlns:a16="http://schemas.microsoft.com/office/drawing/2014/main" id="{63F28C96-D1D9-271E-B326-A1C4DC6BC78F}"/>
              </a:ext>
            </a:extLst>
          </p:cNvPr>
          <p:cNvSpPr/>
          <p:nvPr userDrawn="1"/>
        </p:nvSpPr>
        <p:spPr>
          <a:xfrm rot="16200000">
            <a:off x="6866258" y="1532259"/>
            <a:ext cx="6857999" cy="3793483"/>
          </a:xfrm>
          <a:custGeom>
            <a:avLst/>
            <a:gdLst>
              <a:gd name="connsiteX0" fmla="*/ 6857999 w 6857999"/>
              <a:gd name="connsiteY0" fmla="*/ 1129077 h 3793483"/>
              <a:gd name="connsiteX1" fmla="*/ 6857999 w 6857999"/>
              <a:gd name="connsiteY1" fmla="*/ 3792536 h 3793483"/>
              <a:gd name="connsiteX2" fmla="*/ 0 w 6857999"/>
              <a:gd name="connsiteY2" fmla="*/ 3793483 h 3793483"/>
              <a:gd name="connsiteX3" fmla="*/ 0 w 6857999"/>
              <a:gd name="connsiteY3" fmla="*/ 729579 h 3793483"/>
              <a:gd name="connsiteX4" fmla="*/ 1748945 w 6857999"/>
              <a:gd name="connsiteY4" fmla="*/ 0 h 379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99" h="3793483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 w="1154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F95C3DD4-2582-4776-B0CC-687FF5436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360" y="2134800"/>
            <a:ext cx="8137525" cy="683369"/>
          </a:xfrm>
        </p:spPr>
        <p:txBody>
          <a:bodyPr bIns="0"/>
          <a:lstStyle>
            <a:lvl1pPr>
              <a:defRPr sz="36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enter Section</a:t>
            </a:r>
          </a:p>
        </p:txBody>
      </p:sp>
      <p:sp>
        <p:nvSpPr>
          <p:cNvPr id="15" name="MIO_AGENDA_IGNORE_NAVIGATION" hidden="1">
            <a:extLst>
              <a:ext uri="{FF2B5EF4-FFF2-40B4-BE49-F238E27FC236}">
                <a16:creationId xmlns:a16="http://schemas.microsoft.com/office/drawing/2014/main" id="{33FB814B-5214-4193-99B5-0E31D6690784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9" name="MIO_AGENDA_IGNORE_CHAPTER_REFERENCE" hidden="1">
            <a:extLst>
              <a:ext uri="{FF2B5EF4-FFF2-40B4-BE49-F238E27FC236}">
                <a16:creationId xmlns:a16="http://schemas.microsoft.com/office/drawing/2014/main" id="{524067FF-9067-40E5-ABF5-E79653E2B17D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0949F6EC-C7FD-4272-87A0-1C0174E0932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44ED5823-C4CB-420B-B80B-942E31DCE16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 hidden="1">
            <a:extLst>
              <a:ext uri="{FF2B5EF4-FFF2-40B4-BE49-F238E27FC236}">
                <a16:creationId xmlns:a16="http://schemas.microsoft.com/office/drawing/2014/main" id="{4B1B9C5C-1639-4FEF-865D-BFEAD6451E8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E2919660-0784-4B00-9836-7A69515909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7271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8B1B7AE2-264A-4900-9F60-CC5615C90F03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F2DD26D5-8427-4844-992F-AA5F995450F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879A7BCC-64D2-4276-855E-685546620EF5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B8FD1BFA-BD00-4A1A-9BEE-984BDA7A138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0C951CC-CB9B-43AC-8395-FB2751814E0F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0FDEE340-AE14-4EB2-8F0B-840A5F5E2FB9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rtl="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3F4900C8-0A39-4B02-8E0A-398AAC4831B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A1158698-11CA-4310-AAEA-81BFB74C7A4D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</a:p>
        </p:txBody>
      </p:sp>
      <p:sp>
        <p:nvSpPr>
          <p:cNvPr id="7" name="Content Top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Top Right"/>
          <p:cNvSpPr>
            <a:spLocks noGrp="1"/>
          </p:cNvSpPr>
          <p:nvPr>
            <p:ph sz="quarter" idx="14" hasCustomPrompt="1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Left"/>
          <p:cNvSpPr>
            <a:spLocks noGrp="1"/>
          </p:cNvSpPr>
          <p:nvPr>
            <p:ph sz="quarter" idx="15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Bottom Right"/>
          <p:cNvSpPr>
            <a:spLocks noGrp="1"/>
          </p:cNvSpPr>
          <p:nvPr>
            <p:ph sz="quarter" idx="16" hasCustomPrompt="1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034893-5E9F-45A3-8C16-98C9F6C02B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4ED1F400-5A94-4F05-84F8-53C80E7C434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17C8E721-6FC1-4A4E-9559-94502407157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9885E48-72F6-4042-BF62-A49ACDF10504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242B527-F278-4C5E-9E24-C19CDFEB73B1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C4E976BE-C7DE-4FCF-9535-07568046A13E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Row |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ECAA0892-68E2-4E2E-9B18-4A8DC40F0E11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D16A0514-897C-427C-A5CD-34FCB4F6BF11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A6FCF5E5-2935-4FDA-903C-EA43A699BD8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115A00C6-A501-466D-A34B-23C1071DA39E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0C8DD3BC-73D2-4101-B037-359F1B42B434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D39CEC28-75A6-43F3-9DE9-2436F3F4D9C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FC21F178-EFAA-49DE-A35E-72E2C0CA3B0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43B2B732-8EC3-4F44-986D-B5DAC6EA77C1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Bottom Left"/>
          <p:cNvSpPr>
            <a:spLocks noGrp="1"/>
          </p:cNvSpPr>
          <p:nvPr>
            <p:ph sz="quarter" idx="14" hasCustomPrompt="1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Bottom Right"/>
          <p:cNvSpPr>
            <a:spLocks noGrp="1"/>
          </p:cNvSpPr>
          <p:nvPr>
            <p:ph sz="quarter" idx="15" hasCustomPrompt="1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ADACDEE-D42E-4EEF-8504-614B0FC9E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F595BB6-F050-434C-AF4B-533D75C5E5D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3ABBB783-BFC3-406F-9AE2-14E6D55F43A3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7DAA9CDC-CAD4-4554-97D9-7059E95FE638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07C82FBB-C728-405A-8E31-DE02DA8D9177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03708507-303A-4696-8A49-D64DA70EAF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Row | 2 columns |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C812AE9A-81D7-4AE8-BC9F-85686450823C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A8D3527-E357-41F9-99D1-BCEAEC88D7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3A1A2EC5-F603-4F90-ADD8-B8933F3B810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FA03A6F0-5545-409D-93A9-5E09698484A1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97E57A33-CDFD-4C72-B657-882682DACB1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5A896D99-24DF-4F81-9EC3-37F5EF05FF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F09BE8EF-EBD2-4B7A-9878-8440DC26C91A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99207B66-AFA5-4510-BF1D-29423C34CEF2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Center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 Right"/>
          <p:cNvSpPr>
            <a:spLocks noGrp="1"/>
          </p:cNvSpPr>
          <p:nvPr>
            <p:ph sz="quarter" idx="15" hasCustomPrompt="1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Bottom"/>
          <p:cNvSpPr>
            <a:spLocks noGrp="1"/>
          </p:cNvSpPr>
          <p:nvPr>
            <p:ph sz="quarter" idx="16" hasCustomPrompt="1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2CB6C61-472A-4F78-8808-601D74D8D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878DF235-2AD8-4C82-A0BD-D1BDFC87370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A9104FB9-0912-4A0F-BBB7-DF055F829451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E424A36D-7777-4A82-B12F-96CE1F877678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E1CCD2B2-40D2-43D5-80C4-5322AD4033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1235F132-B0A2-4CF3-A146-5DF950DFB464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mpower_additionalText_placeholder" hidden="1">
            <a:extLst>
              <a:ext uri="{FF2B5EF4-FFF2-40B4-BE49-F238E27FC236}">
                <a16:creationId xmlns:a16="http://schemas.microsoft.com/office/drawing/2014/main" id="{7FB993A8-52D6-439E-9FD7-796FB1371096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empower_document_placeholder" hidden="1">
            <a:extLst>
              <a:ext uri="{FF2B5EF4-FFF2-40B4-BE49-F238E27FC236}">
                <a16:creationId xmlns:a16="http://schemas.microsoft.com/office/drawing/2014/main" id="{112013B0-A00B-4A1F-90FB-E2E8B2F86D5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5" name="empower_proprietary_placeholder" hidden="1">
            <a:extLst>
              <a:ext uri="{FF2B5EF4-FFF2-40B4-BE49-F238E27FC236}">
                <a16:creationId xmlns:a16="http://schemas.microsoft.com/office/drawing/2014/main" id="{FC3769D5-91E6-43B0-BC4B-C0040A71CFD6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7" name="empower_draft_placeholder" hidden="1">
            <a:extLst>
              <a:ext uri="{FF2B5EF4-FFF2-40B4-BE49-F238E27FC236}">
                <a16:creationId xmlns:a16="http://schemas.microsoft.com/office/drawing/2014/main" id="{B0E0CB85-0435-4FEC-B2B6-D19200B62923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empower_footer_placeholder">
            <a:extLst>
              <a:ext uri="{FF2B5EF4-FFF2-40B4-BE49-F238E27FC236}">
                <a16:creationId xmlns:a16="http://schemas.microsoft.com/office/drawing/2014/main" id="{557CA6BF-F2F9-417F-A2FD-035F1FC8569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1" name="empower_classification_attention_placeholder" hidden="1">
            <a:extLst>
              <a:ext uri="{FF2B5EF4-FFF2-40B4-BE49-F238E27FC236}">
                <a16:creationId xmlns:a16="http://schemas.microsoft.com/office/drawing/2014/main" id="{8C605CA2-9EAD-450F-BC1B-8D9AF92E5875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3" name="empower_classification_placeholder">
            <a:extLst>
              <a:ext uri="{FF2B5EF4-FFF2-40B4-BE49-F238E27FC236}">
                <a16:creationId xmlns:a16="http://schemas.microsoft.com/office/drawing/2014/main" id="{4E82CE8C-8E20-4C1A-B65C-F8A30CF5A15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5" name="empower_date_placeholder">
            <a:extLst>
              <a:ext uri="{FF2B5EF4-FFF2-40B4-BE49-F238E27FC236}">
                <a16:creationId xmlns:a16="http://schemas.microsoft.com/office/drawing/2014/main" id="{D96F0A90-37BC-4B0D-A29D-8711C51DD447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</a:p>
        </p:txBody>
      </p:sp>
      <p:sp>
        <p:nvSpPr>
          <p:cNvPr id="7" name="Content Left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Center"/>
          <p:cNvSpPr>
            <a:spLocks noGrp="1"/>
          </p:cNvSpPr>
          <p:nvPr>
            <p:ph sz="quarter" idx="14" hasCustomPrompt="1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Right"/>
          <p:cNvSpPr>
            <a:spLocks noGrp="1"/>
          </p:cNvSpPr>
          <p:nvPr>
            <p:ph sz="quarter" idx="15" hasCustomPrompt="1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A635AE4-FE20-4282-BFFD-96EBDCED6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96E14A5B-9E91-4287-8D3D-9F9C469D8ECA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10BD89C-2BAC-459E-A79D-05B6C0B33362}"/>
              </a:ext>
            </a:extLst>
          </p:cNvPr>
          <p:cNvSpPr>
            <a:spLocks noGrp="1"/>
          </p:cNvSpPr>
          <p:nvPr>
            <p:ph type="dt" sz="half" idx="1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2" name="Footer Placeholder 11" hidden="1">
            <a:extLst>
              <a:ext uri="{FF2B5EF4-FFF2-40B4-BE49-F238E27FC236}">
                <a16:creationId xmlns:a16="http://schemas.microsoft.com/office/drawing/2014/main" id="{13A018B2-30A4-435D-A599-2BE57EAB5CBC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 hidden="1">
            <a:extLst>
              <a:ext uri="{FF2B5EF4-FFF2-40B4-BE49-F238E27FC236}">
                <a16:creationId xmlns:a16="http://schemas.microsoft.com/office/drawing/2014/main" id="{B6CA23A5-CFDD-4B39-B853-6A18A878BFBF}"/>
              </a:ext>
            </a:extLst>
          </p:cNvPr>
          <p:cNvSpPr>
            <a:spLocks noGrp="1"/>
          </p:cNvSpPr>
          <p:nvPr>
            <p:ph type="sldNum" sz="quarter" idx="1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226441E8-60EA-42A3-B978-BA612ACACF4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Row |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mpower_additionalText_placeholder" hidden="1">
            <a:extLst>
              <a:ext uri="{FF2B5EF4-FFF2-40B4-BE49-F238E27FC236}">
                <a16:creationId xmlns:a16="http://schemas.microsoft.com/office/drawing/2014/main" id="{488416C1-009C-4276-862C-859A39D89869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B192327F-A51B-41E2-B3F1-79934B28290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6" name="empower_proprietary_placeholder" hidden="1">
            <a:extLst>
              <a:ext uri="{FF2B5EF4-FFF2-40B4-BE49-F238E27FC236}">
                <a16:creationId xmlns:a16="http://schemas.microsoft.com/office/drawing/2014/main" id="{EE529511-279F-4E8D-B98F-7745CB480D7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8" name="empower_draft_placeholder" hidden="1">
            <a:extLst>
              <a:ext uri="{FF2B5EF4-FFF2-40B4-BE49-F238E27FC236}">
                <a16:creationId xmlns:a16="http://schemas.microsoft.com/office/drawing/2014/main" id="{7712C297-5B52-4E05-AEC3-8C81F2A74EE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empower_footer_placeholder">
            <a:extLst>
              <a:ext uri="{FF2B5EF4-FFF2-40B4-BE49-F238E27FC236}">
                <a16:creationId xmlns:a16="http://schemas.microsoft.com/office/drawing/2014/main" id="{C492E0D9-97C5-4A27-B585-4460769C4D6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empower_classification_attention_placeholder" hidden="1">
            <a:extLst>
              <a:ext uri="{FF2B5EF4-FFF2-40B4-BE49-F238E27FC236}">
                <a16:creationId xmlns:a16="http://schemas.microsoft.com/office/drawing/2014/main" id="{EB4DD739-504C-48CA-BA98-DEE0B3A91EAB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4" name="empower_classification_placeholder">
            <a:extLst>
              <a:ext uri="{FF2B5EF4-FFF2-40B4-BE49-F238E27FC236}">
                <a16:creationId xmlns:a16="http://schemas.microsoft.com/office/drawing/2014/main" id="{D547197E-1EC3-47AA-B644-4B7771421A2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5B4084F1-8114-4C22-84F5-3D14817A790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</a:p>
        </p:txBody>
      </p:sp>
      <p:sp>
        <p:nvSpPr>
          <p:cNvPr id="7" name="Content Top"/>
          <p:cNvSpPr>
            <a:spLocks noGrp="1"/>
          </p:cNvSpPr>
          <p:nvPr>
            <p:ph sz="quarter" idx="13" hasCustomPrompt="1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Content Center"/>
          <p:cNvSpPr>
            <a:spLocks noGrp="1"/>
          </p:cNvSpPr>
          <p:nvPr>
            <p:ph sz="quarter" idx="15" hasCustomPrompt="1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Right"/>
          <p:cNvSpPr>
            <a:spLocks noGrp="1"/>
          </p:cNvSpPr>
          <p:nvPr>
            <p:ph sz="quarter" idx="16" hasCustomPrompt="1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6C581746-1B2C-4D98-9755-6221A3ED9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8" name="LOGO PROTECTION" hidden="1">
            <a:extLst>
              <a:ext uri="{FF2B5EF4-FFF2-40B4-BE49-F238E27FC236}">
                <a16:creationId xmlns:a16="http://schemas.microsoft.com/office/drawing/2014/main" id="{7AAAECD1-71D2-46B6-BF2D-6007823BA888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A8AF054-4363-4E54-A605-8A5E7CD05422}"/>
              </a:ext>
            </a:extLst>
          </p:cNvPr>
          <p:cNvSpPr>
            <a:spLocks noGrp="1"/>
          </p:cNvSpPr>
          <p:nvPr>
            <p:ph type="dt" sz="half" idx="17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C839DAF8-6F4C-441B-B45B-348B7EA8B4B3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0CBA086A-526B-43F0-BEDE-EC3219CC7834}"/>
              </a:ext>
            </a:extLst>
          </p:cNvPr>
          <p:cNvSpPr>
            <a:spLocks noGrp="1"/>
          </p:cNvSpPr>
          <p:nvPr>
            <p:ph type="sldNum" sz="quarter" idx="19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MIO_Placeholder_Mapping" hidden="1">
            <a:extLst>
              <a:ext uri="{FF2B5EF4-FFF2-40B4-BE49-F238E27FC236}">
                <a16:creationId xmlns:a16="http://schemas.microsoft.com/office/drawing/2014/main" id="{F76E7CBE-7230-4110-85FB-3718D4B81343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mpower_additionalText_placeholder" hidden="1">
            <a:extLst>
              <a:ext uri="{FF2B5EF4-FFF2-40B4-BE49-F238E27FC236}">
                <a16:creationId xmlns:a16="http://schemas.microsoft.com/office/drawing/2014/main" id="{5BFFD0DD-DDFD-422B-86D9-F164E68C053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341"/>
            <a:ext cx="1728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DF070F93-7F88-456A-894C-885F8AC591A3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9A5FF993-F527-4569-A066-E8D346767DE0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341"/>
            <a:ext cx="97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09C3987-21ED-4B60-B90F-837FB1F2A7A5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341"/>
            <a:ext cx="360362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C33D0117-4C9D-47FC-BBAF-7D90814DB7C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341"/>
            <a:ext cx="3096343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40F47B66-9156-4480-85AF-99EB0563F553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341"/>
            <a:ext cx="971855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4" name="empower_classification_placeholder">
            <a:extLst>
              <a:ext uri="{FF2B5EF4-FFF2-40B4-BE49-F238E27FC236}">
                <a16:creationId xmlns:a16="http://schemas.microsoft.com/office/drawing/2014/main" id="{B1D76006-023D-437E-80D1-B8FC83CA1329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341"/>
            <a:ext cx="973251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6" name="empower_date_placeholder">
            <a:extLst>
              <a:ext uri="{FF2B5EF4-FFF2-40B4-BE49-F238E27FC236}">
                <a16:creationId xmlns:a16="http://schemas.microsoft.com/office/drawing/2014/main" id="{71DC81B7-1CCA-48F9-8AB9-34BBC16340C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341"/>
            <a:ext cx="612000" cy="361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371B7856-37AA-4EBD-9A28-1045DC90A92A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4799" y="1268414"/>
            <a:ext cx="2808000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Center Left">
            <a:extLst>
              <a:ext uri="{FF2B5EF4-FFF2-40B4-BE49-F238E27FC236}">
                <a16:creationId xmlns:a16="http://schemas.microsoft.com/office/drawing/2014/main" id="{AB4408A9-DF90-4D32-8AE8-9278539718C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24225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Center Right">
            <a:extLst>
              <a:ext uri="{FF2B5EF4-FFF2-40B4-BE49-F238E27FC236}">
                <a16:creationId xmlns:a16="http://schemas.microsoft.com/office/drawing/2014/main" id="{FFF96914-9970-46DB-82A4-AB1B8011037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03950" y="1268414"/>
            <a:ext cx="2663825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Content Right">
            <a:extLst>
              <a:ext uri="{FF2B5EF4-FFF2-40B4-BE49-F238E27FC236}">
                <a16:creationId xmlns:a16="http://schemas.microsoft.com/office/drawing/2014/main" id="{6803C6B1-D864-4BE6-AE1F-CA280F4DABD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48750" y="1268414"/>
            <a:ext cx="2807593" cy="5113338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DD773CC-FCEC-46C8-A75B-E70A26A7BF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FC67C23C-8514-4FAA-ABF5-040B63DA67C4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735BE885-8732-4220-942B-E6D8F286274D}"/>
              </a:ext>
            </a:extLst>
          </p:cNvPr>
          <p:cNvSpPr>
            <a:spLocks noGrp="1"/>
          </p:cNvSpPr>
          <p:nvPr>
            <p:ph type="dt" sz="half" idx="24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3" name="Footer Placeholder 12" hidden="1">
            <a:extLst>
              <a:ext uri="{FF2B5EF4-FFF2-40B4-BE49-F238E27FC236}">
                <a16:creationId xmlns:a16="http://schemas.microsoft.com/office/drawing/2014/main" id="{30570D12-AEFF-4406-B206-CB0D80D8FF49}"/>
              </a:ext>
            </a:extLst>
          </p:cNvPr>
          <p:cNvSpPr>
            <a:spLocks noGrp="1"/>
          </p:cNvSpPr>
          <p:nvPr>
            <p:ph type="ftr" sz="quarter" idx="25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 hidden="1">
            <a:extLst>
              <a:ext uri="{FF2B5EF4-FFF2-40B4-BE49-F238E27FC236}">
                <a16:creationId xmlns:a16="http://schemas.microsoft.com/office/drawing/2014/main" id="{C49E2653-C8D1-4594-B3A4-0606A88CBB62}"/>
              </a:ext>
            </a:extLst>
          </p:cNvPr>
          <p:cNvSpPr>
            <a:spLocks noGrp="1"/>
          </p:cNvSpPr>
          <p:nvPr>
            <p:ph type="sldNum" sz="quarter" idx="26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8" name="MIO_Placeholder_Mapping" hidden="1">
            <a:extLst>
              <a:ext uri="{FF2B5EF4-FFF2-40B4-BE49-F238E27FC236}">
                <a16:creationId xmlns:a16="http://schemas.microsoft.com/office/drawing/2014/main" id="{12ADA7AE-DD1C-409A-B0A5-6D14FF7BF270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Row |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mpower_additionalText_placeholder" hidden="1">
            <a:extLst>
              <a:ext uri="{FF2B5EF4-FFF2-40B4-BE49-F238E27FC236}">
                <a16:creationId xmlns:a16="http://schemas.microsoft.com/office/drawing/2014/main" id="{598DE9EE-A198-41B5-9814-41C66F96D3B0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empower_document_placeholder" hidden="1">
            <a:extLst>
              <a:ext uri="{FF2B5EF4-FFF2-40B4-BE49-F238E27FC236}">
                <a16:creationId xmlns:a16="http://schemas.microsoft.com/office/drawing/2014/main" id="{0AFB1D71-5FD7-446C-90B5-1DE68C513BD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6" name="empower_proprietary_placeholder" hidden="1">
            <a:extLst>
              <a:ext uri="{FF2B5EF4-FFF2-40B4-BE49-F238E27FC236}">
                <a16:creationId xmlns:a16="http://schemas.microsoft.com/office/drawing/2014/main" id="{57168C6C-B95E-4260-9301-8D1D5988F67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7" name="empower_draft_placeholder" hidden="1">
            <a:extLst>
              <a:ext uri="{FF2B5EF4-FFF2-40B4-BE49-F238E27FC236}">
                <a16:creationId xmlns:a16="http://schemas.microsoft.com/office/drawing/2014/main" id="{729E2230-F28C-4139-A2F7-536C0BDB8E9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mpower_footer_placeholder">
            <a:extLst>
              <a:ext uri="{FF2B5EF4-FFF2-40B4-BE49-F238E27FC236}">
                <a16:creationId xmlns:a16="http://schemas.microsoft.com/office/drawing/2014/main" id="{2A98BB16-D9CD-4785-A71C-21C57A554883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classification_attention_placeholder" hidden="1">
            <a:extLst>
              <a:ext uri="{FF2B5EF4-FFF2-40B4-BE49-F238E27FC236}">
                <a16:creationId xmlns:a16="http://schemas.microsoft.com/office/drawing/2014/main" id="{333A1F8F-A990-434A-92C1-D59A014E7AFF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1" name="empower_classification_placeholder">
            <a:extLst>
              <a:ext uri="{FF2B5EF4-FFF2-40B4-BE49-F238E27FC236}">
                <a16:creationId xmlns:a16="http://schemas.microsoft.com/office/drawing/2014/main" id="{DBAA7875-DC7B-4CB1-AFAA-A99AEDD01BF7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15" name="empower_date_placeholder">
            <a:extLst>
              <a:ext uri="{FF2B5EF4-FFF2-40B4-BE49-F238E27FC236}">
                <a16:creationId xmlns:a16="http://schemas.microsoft.com/office/drawing/2014/main" id="{5743D8EF-9336-4669-BBD9-501D062A3DB4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  <a:endParaRPr lang="en-US" sz="800" kern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Content Top">
            <a:extLst>
              <a:ext uri="{FF2B5EF4-FFF2-40B4-BE49-F238E27FC236}">
                <a16:creationId xmlns:a16="http://schemas.microsoft.com/office/drawing/2014/main" id="{B528FDA5-64C4-4079-B7B7-97722BA30039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334800" y="1268414"/>
            <a:ext cx="11521280" cy="1368425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11455573-DB68-4634-9EB0-10FDA72EB09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800" y="2781300"/>
            <a:ext cx="2808000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Content Center Left">
            <a:extLst>
              <a:ext uri="{FF2B5EF4-FFF2-40B4-BE49-F238E27FC236}">
                <a16:creationId xmlns:a16="http://schemas.microsoft.com/office/drawing/2014/main" id="{DF6A34C2-8D0D-4C18-BD01-86B1344A92D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324225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Center Right">
            <a:extLst>
              <a:ext uri="{FF2B5EF4-FFF2-40B4-BE49-F238E27FC236}">
                <a16:creationId xmlns:a16="http://schemas.microsoft.com/office/drawing/2014/main" id="{A331F240-D4BB-4096-BFB7-002D583A4FC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03950" y="2781300"/>
            <a:ext cx="2663825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Right">
            <a:extLst>
              <a:ext uri="{FF2B5EF4-FFF2-40B4-BE49-F238E27FC236}">
                <a16:creationId xmlns:a16="http://schemas.microsoft.com/office/drawing/2014/main" id="{2BEB3BE2-22F6-4B6B-AB28-F38AB449DED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750" y="2781300"/>
            <a:ext cx="2807593" cy="3600451"/>
          </a:xfr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  <a:lvl2pPr>
              <a:defRPr>
                <a:latin typeface="+mn-lt"/>
                <a:ea typeface="+mn-ea"/>
                <a:cs typeface="+mn-cs"/>
              </a:defRPr>
            </a:lvl2pPr>
            <a:lvl3pPr>
              <a:defRPr>
                <a:latin typeface="+mn-lt"/>
                <a:ea typeface="+mn-ea"/>
                <a:cs typeface="+mn-cs"/>
              </a:defRPr>
            </a:lvl3pPr>
            <a:lvl4pPr>
              <a:defRPr>
                <a:latin typeface="+mn-lt"/>
                <a:ea typeface="+mn-ea"/>
                <a:cs typeface="+mn-cs"/>
              </a:defRPr>
            </a:lvl4pPr>
            <a:lvl5pPr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noProof="0"/>
              <a:t>Click to edit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9A27F18-A46A-4C29-AB62-7BEB5215CA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title</a:t>
            </a:r>
          </a:p>
        </p:txBody>
      </p:sp>
      <p:sp>
        <p:nvSpPr>
          <p:cNvPr id="4" name="LOGO PROTECTION" hidden="1">
            <a:extLst>
              <a:ext uri="{FF2B5EF4-FFF2-40B4-BE49-F238E27FC236}">
                <a16:creationId xmlns:a16="http://schemas.microsoft.com/office/drawing/2014/main" id="{DDE018F7-7CB9-4F69-872D-4609CBE453C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0131283" y="1"/>
            <a:ext cx="2060717" cy="836712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580E7AAC-C545-4F05-8939-1B218CC948D8}"/>
              </a:ext>
            </a:extLst>
          </p:cNvPr>
          <p:cNvSpPr>
            <a:spLocks noGrp="1"/>
          </p:cNvSpPr>
          <p:nvPr>
            <p:ph type="dt" sz="half" idx="26"/>
            <p:custDataLst>
              <p:tags r:id="rId10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86E86CFC-21FB-497B-BD25-729619D70F13}"/>
              </a:ext>
            </a:extLst>
          </p:cNvPr>
          <p:cNvSpPr>
            <a:spLocks noGrp="1"/>
          </p:cNvSpPr>
          <p:nvPr>
            <p:ph type="ftr" sz="quarter" idx="27"/>
            <p:custDataLst>
              <p:tags r:id="rId11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 hidden="1">
            <a:extLst>
              <a:ext uri="{FF2B5EF4-FFF2-40B4-BE49-F238E27FC236}">
                <a16:creationId xmlns:a16="http://schemas.microsoft.com/office/drawing/2014/main" id="{C7A23CE7-AF5A-4245-A417-6A94DA58E485}"/>
              </a:ext>
            </a:extLst>
          </p:cNvPr>
          <p:cNvSpPr>
            <a:spLocks noGrp="1"/>
          </p:cNvSpPr>
          <p:nvPr>
            <p:ph type="sldNum" sz="quarter" idx="28"/>
            <p:custDataLst>
              <p:tags r:id="rId12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19" name="MIO_Placeholder_Mapping" hidden="1">
            <a:extLst>
              <a:ext uri="{FF2B5EF4-FFF2-40B4-BE49-F238E27FC236}">
                <a16:creationId xmlns:a16="http://schemas.microsoft.com/office/drawing/2014/main" id="{E3241B79-27A8-4873-89EC-D6F0564709E7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power_additionalText_placeholder" hidden="1">
            <a:extLst>
              <a:ext uri="{FF2B5EF4-FFF2-40B4-BE49-F238E27FC236}">
                <a16:creationId xmlns:a16="http://schemas.microsoft.com/office/drawing/2014/main" id="{8B492BE2-D2A2-481A-B24A-CDE1C12A85F8}"/>
              </a:ext>
            </a:extLst>
          </p:cNvPr>
          <p:cNvSpPr txBox="1"/>
          <p:nvPr>
            <p:custDataLst>
              <p:tags r:id="rId1"/>
            </p:custDataLst>
          </p:nvPr>
        </p:nvSpPr>
        <p:spPr bwMode="auto">
          <a:xfrm>
            <a:off x="2531796" y="6489700"/>
            <a:ext cx="1728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>
            <a:defPPr>
              <a:defRPr lang="en-US"/>
            </a:defPPr>
            <a:lvl1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b="1" kern="0">
                <a:solidFill>
                  <a:srgbClr val="E30034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defRPr>
            </a:lvl1pPr>
          </a:lstStyle>
          <a:p>
            <a:pPr lvl="0" algn="l"/>
            <a:endParaRPr lang="en-US" baseline="0" noProof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empower_document_placeholder" hidden="1">
            <a:extLst>
              <a:ext uri="{FF2B5EF4-FFF2-40B4-BE49-F238E27FC236}">
                <a16:creationId xmlns:a16="http://schemas.microsoft.com/office/drawing/2014/main" id="{C269EC22-FB11-4D33-A5AD-970FF7AE0E7D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 rot="16200000">
            <a:off x="10757888" y="4960337"/>
            <a:ext cx="25920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7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[Owner:   Doc ID:   Vers.: ]</a:t>
            </a:r>
          </a:p>
        </p:txBody>
      </p:sp>
      <p:sp>
        <p:nvSpPr>
          <p:cNvPr id="12" name="empower_proprietary_placeholder" hidden="1">
            <a:extLst>
              <a:ext uri="{FF2B5EF4-FFF2-40B4-BE49-F238E27FC236}">
                <a16:creationId xmlns:a16="http://schemas.microsoft.com/office/drawing/2014/main" id="{4B1BF6CA-DC2D-48CD-962D-066217BE39A2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9444480" y="6489700"/>
            <a:ext cx="97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Infineon Proprietary</a:t>
            </a:r>
          </a:p>
        </p:txBody>
      </p:sp>
      <p:sp>
        <p:nvSpPr>
          <p:cNvPr id="14" name="empower_draft_placeholder" hidden="1">
            <a:extLst>
              <a:ext uri="{FF2B5EF4-FFF2-40B4-BE49-F238E27FC236}">
                <a16:creationId xmlns:a16="http://schemas.microsoft.com/office/drawing/2014/main" id="{884DECEF-9719-4244-AEE1-2AEA4754457D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8761190" y="6489700"/>
            <a:ext cx="360362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- DRAFT -</a:t>
            </a:r>
            <a:endParaRPr lang="en-US" sz="800" b="1" kern="0" baseline="0" noProof="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empower_footer_placeholder">
            <a:extLst>
              <a:ext uri="{FF2B5EF4-FFF2-40B4-BE49-F238E27FC236}">
                <a16:creationId xmlns:a16="http://schemas.microsoft.com/office/drawing/2014/main" id="{4E03D739-7852-4964-A407-6FD3B0FC1EEE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4547828" y="6489700"/>
            <a:ext cx="3096343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ctr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Infineon Technologies AG 2026. All rights reserved.</a:t>
            </a:r>
            <a:endParaRPr lang="en-US" sz="800" kern="0" baseline="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" name="empower_classification_attention_placeholder" hidden="1">
            <a:extLst>
              <a:ext uri="{FF2B5EF4-FFF2-40B4-BE49-F238E27FC236}">
                <a16:creationId xmlns:a16="http://schemas.microsoft.com/office/drawing/2014/main" id="{8BB80B65-0382-459F-AC7F-F3D707F65045}"/>
              </a:ext>
            </a:extLst>
          </p:cNvPr>
          <p:cNvSpPr txBox="1"/>
          <p:nvPr>
            <p:custDataLst>
              <p:tags r:id="rId6"/>
            </p:custDataLst>
          </p:nvPr>
        </p:nvSpPr>
        <p:spPr bwMode="auto">
          <a:xfrm>
            <a:off x="1238188" y="6489700"/>
            <a:ext cx="971855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0" name="empower_classification_placeholder">
            <a:extLst>
              <a:ext uri="{FF2B5EF4-FFF2-40B4-BE49-F238E27FC236}">
                <a16:creationId xmlns:a16="http://schemas.microsoft.com/office/drawing/2014/main" id="{35CA1B3C-86AD-43CD-94E9-5A2E81B7D24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238188" y="6489700"/>
            <a:ext cx="973251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algn="l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b="1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Restricted</a:t>
            </a:r>
          </a:p>
        </p:txBody>
      </p:sp>
      <p:sp>
        <p:nvSpPr>
          <p:cNvPr id="22" name="empower_date_placeholder">
            <a:extLst>
              <a:ext uri="{FF2B5EF4-FFF2-40B4-BE49-F238E27FC236}">
                <a16:creationId xmlns:a16="http://schemas.microsoft.com/office/drawing/2014/main" id="{8E11CE1F-6424-469C-8957-85A359561FBF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auto">
          <a:xfrm>
            <a:off x="334963" y="6489700"/>
            <a:ext cx="612000" cy="36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ctr" anchorCtr="0">
            <a:noAutofit/>
          </a:bodyPr>
          <a:lstStyle/>
          <a:p>
            <a:pPr marL="0" marR="0" indent="0" defTabSz="914400" eaLnBrk="0" fontAlgn="auto" latinLnBrk="0" hangingPunct="0"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</a:pPr>
            <a:r>
              <a:rPr lang="en-US" sz="800" kern="0" baseline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2026-04-16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106A8C73-A6AF-4DF0-8894-BF2EC7AA230E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8" name="Footer Placeholder 7" hidden="1">
            <a:extLst>
              <a:ext uri="{FF2B5EF4-FFF2-40B4-BE49-F238E27FC236}">
                <a16:creationId xmlns:a16="http://schemas.microsoft.com/office/drawing/2014/main" id="{AB7F0ADB-6E9B-485D-93FC-12BF83F0A67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 hidden="1">
            <a:extLst>
              <a:ext uri="{FF2B5EF4-FFF2-40B4-BE49-F238E27FC236}">
                <a16:creationId xmlns:a16="http://schemas.microsoft.com/office/drawing/2014/main" id="{688F703F-EAD1-4063-8445-95277BEEE9A3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1AE06898-E172-4A77-BE61-DAD235E107B9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sldNum="0" hdr="0"/>
  <p:extLst>
    <p:ext uri="{DCECCB84-F9BA-43D5-87BE-67443E8EF086}">
      <p15:sldGuideLst xmlns:p15="http://schemas.microsoft.com/office/powerpoint/2012/main">
        <p15:guide id="1" pos="7469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orient="horz" pos="799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ullpi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C9A3C9F-7C21-45B3-9124-006DC5D0E6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12281 h 6858000"/>
              <a:gd name="connsiteX3" fmla="*/ 12192000 w 12192000"/>
              <a:gd name="connsiteY3" fmla="*/ 6823094 h 6858000"/>
              <a:gd name="connsiteX4" fmla="*/ 12192000 w 12192000"/>
              <a:gd name="connsiteY4" fmla="*/ 6858000 h 6858000"/>
              <a:gd name="connsiteX5" fmla="*/ 0 w 12192000"/>
              <a:gd name="connsiteY5" fmla="*/ 6858000 h 6858000"/>
              <a:gd name="connsiteX6" fmla="*/ 0 w 12192000"/>
              <a:gd name="connsiteY6" fmla="*/ 6823094 h 6858000"/>
              <a:gd name="connsiteX7" fmla="*/ 0 w 12192000"/>
              <a:gd name="connsiteY7" fmla="*/ 681228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12281"/>
                </a:lnTo>
                <a:lnTo>
                  <a:pt x="12192000" y="6823094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823094"/>
                </a:lnTo>
                <a:lnTo>
                  <a:pt x="0" y="6812281"/>
                </a:lnTo>
                <a:close/>
              </a:path>
            </a:pathLst>
          </a:custGeom>
          <a:solidFill>
            <a:srgbClr val="DCD5D7"/>
          </a:solidFill>
        </p:spPr>
        <p:txBody>
          <a:bodyPr wrap="square" tIns="2880000">
            <a:noAutofit/>
          </a:bodyPr>
          <a:lstStyle>
            <a:lvl1pPr algn="ctr">
              <a:buNone/>
              <a:defRPr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MIO_AGENDA_IGNORE_NAVIGATION" hidden="1">
            <a:extLst>
              <a:ext uri="{FF2B5EF4-FFF2-40B4-BE49-F238E27FC236}">
                <a16:creationId xmlns:a16="http://schemas.microsoft.com/office/drawing/2014/main" id="{298E6853-722D-4D8C-A4A5-A6FCEB4A06C0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4" name="MIO_AGENDA_IGNORE_CHAPTER_REFERENCE" hidden="1">
            <a:extLst>
              <a:ext uri="{FF2B5EF4-FFF2-40B4-BE49-F238E27FC236}">
                <a16:creationId xmlns:a16="http://schemas.microsoft.com/office/drawing/2014/main" id="{4C952A04-6CCB-455C-887C-1B9A3B0ACD0B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E7D6FAC8-11F4-4964-9B25-EE9D1E189D30}"/>
              </a:ext>
            </a:extLst>
          </p:cNvPr>
          <p:cNvSpPr>
            <a:spLocks noGrp="1"/>
          </p:cNvSpPr>
          <p:nvPr>
            <p:ph type="dt" sz="half" idx="1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B6B82CD2-EA5C-4D03-98C1-175706CF32F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6C4E2716-EC8F-40FC-B4F8-3418FB160B39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MIO_Placeholder_Mapping" hidden="1">
            <a:extLst>
              <a:ext uri="{FF2B5EF4-FFF2-40B4-BE49-F238E27FC236}">
                <a16:creationId xmlns:a16="http://schemas.microsoft.com/office/drawing/2014/main" id="{162DC542-CA6E-49F2-AE52-133D584ED71B}"/>
              </a:ext>
            </a:extLst>
          </p:cNvPr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3257007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 White">
            <a:extLst>
              <a:ext uri="{FF2B5EF4-FFF2-40B4-BE49-F238E27FC236}">
                <a16:creationId xmlns:a16="http://schemas.microsoft.com/office/drawing/2014/main" id="{8739B1C3-A1A6-48E1-B2C4-F4CE3C824436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7" name="LOGO PROTECTION" hidden="1">
            <a:extLst>
              <a:ext uri="{FF2B5EF4-FFF2-40B4-BE49-F238E27FC236}">
                <a16:creationId xmlns:a16="http://schemas.microsoft.com/office/drawing/2014/main" id="{8182E335-5A52-4E3C-BCEC-9507D81BA511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2927650" y="1920766"/>
            <a:ext cx="6336702" cy="3088476"/>
          </a:xfrm>
          <a:prstGeom prst="rect">
            <a:avLst/>
          </a:prstGeom>
          <a:solidFill>
            <a:schemeClr val="accent3">
              <a:alpha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6" name="MIO_AGENDA_LAST_SLIDE" hidden="1">
            <a:extLst>
              <a:ext uri="{FF2B5EF4-FFF2-40B4-BE49-F238E27FC236}">
                <a16:creationId xmlns:a16="http://schemas.microsoft.com/office/drawing/2014/main" id="{45591D6F-6D52-44E5-B3AA-2575CCD4520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2" name="MIO_AGENDA_IGNORE_NAVIGATION" hidden="1">
            <a:extLst>
              <a:ext uri="{FF2B5EF4-FFF2-40B4-BE49-F238E27FC236}">
                <a16:creationId xmlns:a16="http://schemas.microsoft.com/office/drawing/2014/main" id="{C7038F66-C11F-4566-ADAF-A099AF957551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13" name="MIO_AGENDA_IGNORE_CHAPTER_REFERENCE" hidden="1">
            <a:extLst>
              <a:ext uri="{FF2B5EF4-FFF2-40B4-BE49-F238E27FC236}">
                <a16:creationId xmlns:a16="http://schemas.microsoft.com/office/drawing/2014/main" id="{E0318986-8EA2-446A-AFF2-E8441C3AF8A6}"/>
              </a:ext>
            </a:extLst>
          </p:cNvPr>
          <p:cNvSpPr/>
          <p:nvPr/>
        </p:nvSpPr>
        <p:spPr bwMode="auto">
          <a:xfrm>
            <a:off x="11833096" y="116632"/>
            <a:ext cx="216024" cy="216024"/>
          </a:xfrm>
          <a:prstGeom prst="noSmoking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eaLnBrk="0" hangingPunct="0"/>
            <a:endParaRPr lang="en-US" sz="1600" baseline="0" noProof="0"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087EFA22-3F6E-4210-A8FC-0864CD1DE4E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4" name="Footer Placeholder 13" hidden="1">
            <a:extLst>
              <a:ext uri="{FF2B5EF4-FFF2-40B4-BE49-F238E27FC236}">
                <a16:creationId xmlns:a16="http://schemas.microsoft.com/office/drawing/2014/main" id="{BDF262C8-30D5-474A-BD81-CA14ACCE51B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14" hidden="1">
            <a:extLst>
              <a:ext uri="{FF2B5EF4-FFF2-40B4-BE49-F238E27FC236}">
                <a16:creationId xmlns:a16="http://schemas.microsoft.com/office/drawing/2014/main" id="{3F1C5DF9-A781-4661-8C3B-816A398ADFD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2" name="MIO_Placeholder_Mapping" hidden="1">
            <a:extLst>
              <a:ext uri="{FF2B5EF4-FFF2-40B4-BE49-F238E27FC236}">
                <a16:creationId xmlns:a16="http://schemas.microsoft.com/office/drawing/2014/main" id="{77B07280-C452-41A8-A8A7-B816EB9C3C9E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de-DE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D664F82-C381-42D9-B168-31F6D4282D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446" y="2755984"/>
            <a:ext cx="3077814" cy="134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7015"/>
      </p:ext>
    </p:extLst>
  </p:cSld>
  <p:clrMapOvr>
    <a:masterClrMapping/>
  </p:clrMapOvr>
  <p:hf sldNum="0" hdr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" hidden="1">
            <a:extLst>
              <a:ext uri="{FF2B5EF4-FFF2-40B4-BE49-F238E27FC236}">
                <a16:creationId xmlns:a16="http://schemas.microsoft.com/office/drawing/2014/main" id="{372AE43B-8F10-43C8-8785-1E1CB85CFAD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2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rgbClr val="928285"/>
              </a:buClr>
              <a:defRPr sz="100" b="0">
                <a:noFill/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7" name="Footer Placeholder" hidden="1">
            <a:extLst>
              <a:ext uri="{FF2B5EF4-FFF2-40B4-BE49-F238E27FC236}">
                <a16:creationId xmlns:a16="http://schemas.microsoft.com/office/drawing/2014/main" id="{4D268FD3-4056-49DC-8C79-D4C201EED65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6" name="Date Placeholder" hidden="1">
            <a:extLst>
              <a:ext uri="{FF2B5EF4-FFF2-40B4-BE49-F238E27FC236}">
                <a16:creationId xmlns:a16="http://schemas.microsoft.com/office/drawing/2014/main" id="{59032602-9911-40B1-9BF6-AFD731868C06}"/>
              </a:ext>
            </a:extLst>
          </p:cNvPr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12192000" y="6858000"/>
            <a:ext cx="0" cy="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>
            <a:lvl1pPr algn="r" fontAlgn="t">
              <a:buClr>
                <a:schemeClr val="accent2"/>
              </a:buClr>
              <a:defRPr sz="100" b="0">
                <a:noFill/>
                <a:latin typeface="+mn-lt"/>
                <a:ea typeface="+mn-ea"/>
              </a:defRPr>
            </a:lvl1pPr>
          </a:lstStyle>
          <a:p>
            <a:r>
              <a:rPr lang="en-US" b="1"/>
              <a:t> </a:t>
            </a:r>
            <a:endParaRPr lang="en-US" b="1" dirty="0"/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335360" y="188720"/>
            <a:ext cx="9613068" cy="720000"/>
          </a:xfrm>
          <a:prstGeom prst="rect">
            <a:avLst/>
          </a:prstGeom>
        </p:spPr>
        <p:txBody>
          <a:bodyPr vert="horz" lIns="0" tIns="0" rIns="0" bIns="10800" rtlCol="0" anchor="b" anchorCtr="0">
            <a:noAutofit/>
          </a:bodyPr>
          <a:lstStyle/>
          <a:p>
            <a:r>
              <a:rPr lang="en-US" noProof="0" dirty="0"/>
              <a:t>Click to edit title</a:t>
            </a:r>
          </a:p>
        </p:txBody>
      </p:sp>
      <p:sp>
        <p:nvSpPr>
          <p:cNvPr id="16" name="Content"/>
          <p:cNvSpPr>
            <a:spLocks noGrp="1"/>
          </p:cNvSpPr>
          <p:nvPr>
            <p:ph type="body" idx="1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7"/>
            <a:r>
              <a:rPr lang="en-US" noProof="0" dirty="0"/>
              <a:t>Eighth level</a:t>
            </a:r>
          </a:p>
          <a:p>
            <a:pPr lvl="8"/>
            <a:r>
              <a:rPr lang="en-US" noProof="0" dirty="0"/>
              <a:t>Ninth level</a:t>
            </a:r>
          </a:p>
        </p:txBody>
      </p:sp>
      <p:sp>
        <p:nvSpPr>
          <p:cNvPr id="3" name="empower - DO NOT DELETE!!!" hidden="1"/>
          <p:cNvSpPr/>
          <p:nvPr userDrawn="1">
            <p:custDataLst>
              <p:tags r:id="rId25"/>
            </p:custDataLst>
          </p:nvPr>
        </p:nvSpPr>
        <p:spPr bwMode="auto">
          <a:xfrm>
            <a:off x="0" y="0"/>
            <a:ext cx="0" cy="0"/>
          </a:xfrm>
          <a:prstGeom prst="ellipse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lvl="0" algn="ctr" eaLnBrk="0" hangingPunct="0"/>
            <a:endParaRPr lang="en-US" sz="160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Fixed Page Placeholder">
            <a:extLst>
              <a:ext uri="{FF2B5EF4-FFF2-40B4-BE49-F238E27FC236}">
                <a16:creationId xmlns:a16="http://schemas.microsoft.com/office/drawing/2014/main" id="{E361B9A9-2219-4F44-982D-701D7F2A6185}"/>
              </a:ext>
            </a:extLst>
          </p:cNvPr>
          <p:cNvSpPr txBox="1"/>
          <p:nvPr userDrawn="1"/>
        </p:nvSpPr>
        <p:spPr bwMode="auto">
          <a:xfrm>
            <a:off x="11471403" y="6489341"/>
            <a:ext cx="384048" cy="361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r" defTabSz="5760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</a:pPr>
            <a:fld id="{AE05A9AF-4D70-4052-9354-7E4D957B036D}" type="slidenum">
              <a:rPr lang="en-US" sz="800" b="1" kern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marL="0" marR="0" indent="0" algn="r" defTabSz="576000" eaLnBrk="0" fontAlgn="auto" latinLnBrk="0" hangingPunct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Tx/>
                <a:buFontTx/>
                <a:buNone/>
                <a:tabLst/>
              </a:pPr>
              <a:t>‹#›</a:t>
            </a:fld>
            <a:endParaRPr lang="en-US" sz="800" b="1" kern="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F0C8D1F1-BA28-4973-A394-021D3C969BE1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042" y="193689"/>
            <a:ext cx="1207447" cy="5280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57" r:id="rId2"/>
    <p:sldLayoutId id="2147483755" r:id="rId3"/>
    <p:sldLayoutId id="2147483758" r:id="rId4"/>
    <p:sldLayoutId id="2147483751" r:id="rId5"/>
    <p:sldLayoutId id="2147483729" r:id="rId6"/>
    <p:sldLayoutId id="2147483730" r:id="rId7"/>
    <p:sldLayoutId id="2147483731" r:id="rId8"/>
    <p:sldLayoutId id="2147483747" r:id="rId9"/>
    <p:sldLayoutId id="2147483756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54" r:id="rId19"/>
    <p:sldLayoutId id="2147483753" r:id="rId20"/>
  </p:sldLayoutIdLst>
  <p:hf sldNum="0" hdr="0"/>
  <p:txStyles>
    <p:titleStyle>
      <a:lvl1pPr algn="l" defTabSz="576000" rtl="0" eaLnBrk="1" fontAlgn="base" hangingPunct="1">
        <a:spcBef>
          <a:spcPct val="0"/>
        </a:spcBef>
        <a:spcAft>
          <a:spcPct val="0"/>
        </a:spcAft>
        <a:buClr>
          <a:schemeClr val="tx1"/>
        </a:buClr>
        <a:buFontTx/>
        <a:buNone/>
        <a:defRPr sz="2400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3467" b="1">
          <a:solidFill>
            <a:schemeClr val="tx2"/>
          </a:solidFill>
          <a:latin typeface="Arial" charset="0"/>
        </a:defRPr>
      </a:lvl9pPr>
    </p:titleStyle>
    <p:bodyStyle>
      <a:lvl1pPr marL="252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800" baseline="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cs typeface="+mn-cs"/>
        </a:defRPr>
      </a:lvl2pPr>
      <a:lvl3pPr marL="756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3pPr>
      <a:lvl4pPr marL="1008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4pPr>
      <a:lvl5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5pPr>
      <a:lvl6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ts val="0"/>
        </a:spcAft>
        <a:buClr>
          <a:schemeClr val="tx2"/>
        </a:buClr>
        <a:buFont typeface="Arial" panose="020B0604020202020204" pitchFamily="34" charset="0"/>
        <a:buChar char="‒"/>
        <a:defRPr sz="1400" baseline="0">
          <a:solidFill>
            <a:schemeClr val="tx1"/>
          </a:solidFill>
          <a:latin typeface="+mn-lt"/>
          <a:cs typeface="+mn-cs"/>
        </a:defRPr>
      </a:lvl6pPr>
      <a:lvl7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7pPr>
      <a:lvl8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8pPr>
      <a:lvl9pPr marL="1260000" indent="-252000" algn="l" defTabSz="576000" rtl="0" eaLnBrk="1" fontAlgn="base" hangingPunct="1">
        <a:lnSpc>
          <a:spcPct val="120000"/>
        </a:lnSpc>
        <a:spcBef>
          <a:spcPts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‒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22.xml"/><Relationship Id="rId13" Type="http://schemas.openxmlformats.org/officeDocument/2006/relationships/tags" Target="../tags/tag227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217.xml"/><Relationship Id="rId7" Type="http://schemas.openxmlformats.org/officeDocument/2006/relationships/tags" Target="../tags/tag221.xml"/><Relationship Id="rId12" Type="http://schemas.openxmlformats.org/officeDocument/2006/relationships/tags" Target="../tags/tag226.xml"/><Relationship Id="rId17" Type="http://schemas.openxmlformats.org/officeDocument/2006/relationships/slideLayout" Target="../slideLayouts/slideLayout6.xml"/><Relationship Id="rId2" Type="http://schemas.openxmlformats.org/officeDocument/2006/relationships/tags" Target="../tags/tag216.xml"/><Relationship Id="rId16" Type="http://schemas.openxmlformats.org/officeDocument/2006/relationships/tags" Target="../tags/tag230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11" Type="http://schemas.openxmlformats.org/officeDocument/2006/relationships/tags" Target="../tags/tag225.xml"/><Relationship Id="rId5" Type="http://schemas.openxmlformats.org/officeDocument/2006/relationships/tags" Target="../tags/tag219.xml"/><Relationship Id="rId15" Type="http://schemas.openxmlformats.org/officeDocument/2006/relationships/tags" Target="../tags/tag229.xml"/><Relationship Id="rId10" Type="http://schemas.openxmlformats.org/officeDocument/2006/relationships/tags" Target="../tags/tag224.xml"/><Relationship Id="rId4" Type="http://schemas.openxmlformats.org/officeDocument/2006/relationships/tags" Target="../tags/tag218.xml"/><Relationship Id="rId9" Type="http://schemas.openxmlformats.org/officeDocument/2006/relationships/tags" Target="../tags/tag223.xml"/><Relationship Id="rId14" Type="http://schemas.openxmlformats.org/officeDocument/2006/relationships/tags" Target="../tags/tag2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13" Type="http://schemas.openxmlformats.org/officeDocument/2006/relationships/image" Target="../media/image16.svg"/><Relationship Id="rId3" Type="http://schemas.openxmlformats.org/officeDocument/2006/relationships/tags" Target="../tags/tag233.xml"/><Relationship Id="rId7" Type="http://schemas.openxmlformats.org/officeDocument/2006/relationships/slideLayout" Target="../slideLayouts/slideLayout6.xml"/><Relationship Id="rId12" Type="http://schemas.openxmlformats.org/officeDocument/2006/relationships/image" Target="../media/image15.png"/><Relationship Id="rId2" Type="http://schemas.openxmlformats.org/officeDocument/2006/relationships/tags" Target="../tags/tag232.xml"/><Relationship Id="rId1" Type="http://schemas.openxmlformats.org/officeDocument/2006/relationships/tags" Target="../tags/tag231.xml"/><Relationship Id="rId6" Type="http://schemas.openxmlformats.org/officeDocument/2006/relationships/tags" Target="../tags/tag236.xml"/><Relationship Id="rId11" Type="http://schemas.openxmlformats.org/officeDocument/2006/relationships/image" Target="../media/image14.svg"/><Relationship Id="rId5" Type="http://schemas.openxmlformats.org/officeDocument/2006/relationships/tags" Target="../tags/tag235.xml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tags" Target="../tags/tag234.xml"/><Relationship Id="rId9" Type="http://schemas.openxmlformats.org/officeDocument/2006/relationships/hyperlink" Target="https://github.com/Infineon/retarget-io" TargetMode="External"/><Relationship Id="rId1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larkJ-Infineon/mtb-training-blinky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240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239.xml"/><Relationship Id="rId1" Type="http://schemas.openxmlformats.org/officeDocument/2006/relationships/tags" Target="../tags/tag238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42.xml"/><Relationship Id="rId4" Type="http://schemas.openxmlformats.org/officeDocument/2006/relationships/tags" Target="../tags/tag24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24.svg"/><Relationship Id="rId3" Type="http://schemas.openxmlformats.org/officeDocument/2006/relationships/tags" Target="../tags/tag246.xml"/><Relationship Id="rId7" Type="http://schemas.openxmlformats.org/officeDocument/2006/relationships/tags" Target="../tags/tag250.xml"/><Relationship Id="rId12" Type="http://schemas.openxmlformats.org/officeDocument/2006/relationships/image" Target="../media/image23.png"/><Relationship Id="rId2" Type="http://schemas.openxmlformats.org/officeDocument/2006/relationships/tags" Target="../tags/tag245.xml"/><Relationship Id="rId1" Type="http://schemas.openxmlformats.org/officeDocument/2006/relationships/tags" Target="../tags/tag244.xml"/><Relationship Id="rId6" Type="http://schemas.openxmlformats.org/officeDocument/2006/relationships/tags" Target="../tags/tag249.xml"/><Relationship Id="rId11" Type="http://schemas.openxmlformats.org/officeDocument/2006/relationships/image" Target="../media/image22.svg"/><Relationship Id="rId5" Type="http://schemas.openxmlformats.org/officeDocument/2006/relationships/tags" Target="../tags/tag248.xml"/><Relationship Id="rId15" Type="http://schemas.openxmlformats.org/officeDocument/2006/relationships/image" Target="../media/image26.svg"/><Relationship Id="rId10" Type="http://schemas.openxmlformats.org/officeDocument/2006/relationships/image" Target="../media/image21.png"/><Relationship Id="rId4" Type="http://schemas.openxmlformats.org/officeDocument/2006/relationships/tags" Target="../tags/tag247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5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5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260.xml"/><Relationship Id="rId13" Type="http://schemas.openxmlformats.org/officeDocument/2006/relationships/image" Target="../media/image30.png"/><Relationship Id="rId18" Type="http://schemas.openxmlformats.org/officeDocument/2006/relationships/image" Target="../media/image35.svg"/><Relationship Id="rId3" Type="http://schemas.openxmlformats.org/officeDocument/2006/relationships/tags" Target="../tags/tag255.xml"/><Relationship Id="rId7" Type="http://schemas.openxmlformats.org/officeDocument/2006/relationships/tags" Target="../tags/tag259.xml"/><Relationship Id="rId12" Type="http://schemas.openxmlformats.org/officeDocument/2006/relationships/image" Target="../media/image29.svg"/><Relationship Id="rId17" Type="http://schemas.openxmlformats.org/officeDocument/2006/relationships/image" Target="../media/image34.png"/><Relationship Id="rId2" Type="http://schemas.openxmlformats.org/officeDocument/2006/relationships/tags" Target="../tags/tag254.xml"/><Relationship Id="rId16" Type="http://schemas.openxmlformats.org/officeDocument/2006/relationships/image" Target="../media/image33.svg"/><Relationship Id="rId1" Type="http://schemas.openxmlformats.org/officeDocument/2006/relationships/tags" Target="../tags/tag253.xml"/><Relationship Id="rId6" Type="http://schemas.openxmlformats.org/officeDocument/2006/relationships/tags" Target="../tags/tag258.xml"/><Relationship Id="rId11" Type="http://schemas.openxmlformats.org/officeDocument/2006/relationships/image" Target="../media/image28.png"/><Relationship Id="rId5" Type="http://schemas.openxmlformats.org/officeDocument/2006/relationships/tags" Target="../tags/tag257.xml"/><Relationship Id="rId15" Type="http://schemas.openxmlformats.org/officeDocument/2006/relationships/image" Target="../media/image32.png"/><Relationship Id="rId10" Type="http://schemas.openxmlformats.org/officeDocument/2006/relationships/notesSlide" Target="../notesSlides/notesSlide9.xml"/><Relationship Id="rId4" Type="http://schemas.openxmlformats.org/officeDocument/2006/relationships/tags" Target="../tags/tag256.xml"/><Relationship Id="rId9" Type="http://schemas.openxmlformats.org/officeDocument/2006/relationships/slideLayout" Target="../slideLayouts/slideLayout6.xml"/><Relationship Id="rId14" Type="http://schemas.openxmlformats.org/officeDocument/2006/relationships/image" Target="../media/image31.sv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D798BF3-9FA4-4548-81F2-B6E6CC99B45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2BD278F-B47A-4B82-B85E-CEFAD1AB9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Clark Jarvis – Software and Tools Product Marketer</a:t>
            </a:r>
          </a:p>
          <a:p>
            <a:r>
              <a:rPr lang="de-DE" dirty="0"/>
              <a:t>April 2026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E5783C9-99EF-42BD-B0B5-BCBAA19E0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000" y="3962400"/>
            <a:ext cx="10882200" cy="1118901"/>
          </a:xfrm>
        </p:spPr>
        <p:txBody>
          <a:bodyPr>
            <a:normAutofit fontScale="90000"/>
          </a:bodyPr>
          <a:lstStyle/>
          <a:p>
            <a:r>
              <a:rPr lang="de-DE" dirty="0"/>
              <a:t>Infineon Academy Distribution Training</a:t>
            </a:r>
            <a:br>
              <a:rPr lang="de-DE" dirty="0"/>
            </a:br>
            <a:r>
              <a:rPr lang="en-US" b="0" i="1" dirty="0"/>
              <a:t>Mastering ModusToolbox™ in Your Development Workflow</a:t>
            </a:r>
            <a:endParaRPr lang="de-DE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0FD82F-D758-303A-2513-77A4B83F7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87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6450218A-6FB9-9CA4-74EA-D5D00DD09F5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34434" y="1268413"/>
            <a:ext cx="10692231" cy="3959997"/>
            <a:chOff x="334434" y="1268413"/>
            <a:chExt cx="10692231" cy="3959997"/>
          </a:xfrm>
        </p:grpSpPr>
        <p:sp>
          <p:nvSpPr>
            <p:cNvPr id="5" name="MIO_AGENDA_ELEMENT_TITEL_1">
              <a:extLst>
                <a:ext uri="{FF2B5EF4-FFF2-40B4-BE49-F238E27FC236}">
                  <a16:creationId xmlns:a16="http://schemas.microsoft.com/office/drawing/2014/main" id="{96C00FE6-802C-0D5F-6690-C67E890477C1}"/>
                </a:ext>
              </a:extLst>
            </p:cNvPr>
            <p:cNvSpPr>
              <a:spLocks/>
            </p:cNvSpPr>
            <p:nvPr>
              <p:custDataLst>
                <p:tags r:id="rId3"/>
              </p:custDataLst>
            </p:nvPr>
          </p:nvSpPr>
          <p:spPr>
            <a:xfrm>
              <a:off x="1235076" y="1268413"/>
              <a:ext cx="9791589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E9E6E6"/>
                  </a:solidFill>
                </a14:hiddenFill>
              </a:ext>
            </a:extLst>
          </p:spPr>
          <p:txBody>
            <a:bodyPr vert="horz" wrap="none" lIns="0" tIns="36000" rIns="3600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defTabSz="5760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sz="1800" dirty="0">
                  <a:latin typeface="+mn-lt"/>
                </a:rPr>
                <a:t>Working effectively with version control and git</a:t>
              </a:r>
              <a:endParaRPr lang="de-DE" sz="1800" dirty="0">
                <a:latin typeface="+mn-lt"/>
              </a:endParaRPr>
            </a:p>
          </p:txBody>
        </p:sp>
        <p:sp>
          <p:nvSpPr>
            <p:cNvPr id="6" name="MIO_AGENDA_ELEMENT_ELEMENTNUMBER_1">
              <a:extLst>
                <a:ext uri="{FF2B5EF4-FFF2-40B4-BE49-F238E27FC236}">
                  <a16:creationId xmlns:a16="http://schemas.microsoft.com/office/drawing/2014/main" id="{0BE113DC-A6C4-6968-E3EB-0497D8250BD9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>
            <a:xfrm>
              <a:off x="334434" y="1268413"/>
              <a:ext cx="503937" cy="504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0" tIns="36000" rIns="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</a:pPr>
              <a:r>
                <a:rPr lang="de-DE" b="1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1</a:t>
              </a:r>
              <a:endParaRPr lang="de-DE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7" name="MIO_AGENDA_ELEMENT_TITEL_2">
              <a:extLst>
                <a:ext uri="{FF2B5EF4-FFF2-40B4-BE49-F238E27FC236}">
                  <a16:creationId xmlns:a16="http://schemas.microsoft.com/office/drawing/2014/main" id="{5A80289B-42C6-C892-3F3C-C2BEE35A9253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>
            <a:xfrm>
              <a:off x="1235076" y="1844412"/>
              <a:ext cx="9791589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E9E6E6"/>
                  </a:solidFill>
                </a14:hiddenFill>
              </a:ext>
            </a:extLst>
          </p:spPr>
          <p:txBody>
            <a:bodyPr vert="horz" wrap="none" lIns="0" tIns="36000" rIns="3600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defTabSz="5760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None/>
              </a:pPr>
              <a:r>
                <a:rPr lang="de-DE" sz="1800" dirty="0">
                  <a:latin typeface="+mn-lt"/>
                </a:rPr>
                <a:t>Sharing, importing and exporting projects</a:t>
              </a:r>
            </a:p>
          </p:txBody>
        </p:sp>
        <p:sp>
          <p:nvSpPr>
            <p:cNvPr id="8" name="MIO_AGENDA_ELEMENT_ELEMENTNUMBER_2">
              <a:extLst>
                <a:ext uri="{FF2B5EF4-FFF2-40B4-BE49-F238E27FC236}">
                  <a16:creationId xmlns:a16="http://schemas.microsoft.com/office/drawing/2014/main" id="{FBCFF37B-A1CC-9A82-B0E4-A686435CC255}"/>
                </a:ext>
              </a:extLst>
            </p:cNvPr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334434" y="1844412"/>
              <a:ext cx="503937" cy="504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0" tIns="36000" rIns="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</a:pPr>
              <a:r>
                <a:rPr lang="de-DE" b="1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2</a:t>
              </a:r>
              <a:endParaRPr lang="de-DE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9" name="MIO_AGENDA_ELEMENT_TITEL_3">
              <a:extLst>
                <a:ext uri="{FF2B5EF4-FFF2-40B4-BE49-F238E27FC236}">
                  <a16:creationId xmlns:a16="http://schemas.microsoft.com/office/drawing/2014/main" id="{10909170-AF51-BC29-7F5D-17D85D7B50D4}"/>
                </a:ext>
              </a:extLst>
            </p:cNvPr>
            <p:cNvSpPr>
              <a:spLocks/>
            </p:cNvSpPr>
            <p:nvPr>
              <p:custDataLst>
                <p:tags r:id="rId7"/>
              </p:custDataLst>
            </p:nvPr>
          </p:nvSpPr>
          <p:spPr>
            <a:xfrm>
              <a:off x="1235076" y="2420412"/>
              <a:ext cx="9791589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E9E6E6"/>
                  </a:solidFill>
                </a14:hiddenFill>
              </a:ext>
            </a:extLst>
          </p:spPr>
          <p:txBody>
            <a:bodyPr vert="horz" wrap="none" lIns="0" tIns="36000" rIns="3600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defTabSz="5760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sz="1800" dirty="0">
                  <a:latin typeface="+mn-lt"/>
                </a:rPr>
                <a:t>Understanding the ModusToolbox™ BSP concept</a:t>
              </a:r>
              <a:endParaRPr lang="de-DE" sz="1800" dirty="0">
                <a:latin typeface="+mn-lt"/>
              </a:endParaRPr>
            </a:p>
          </p:txBody>
        </p:sp>
        <p:sp>
          <p:nvSpPr>
            <p:cNvPr id="10" name="MIO_AGENDA_ELEMENT_ELEMENTNUMBER_3">
              <a:extLst>
                <a:ext uri="{FF2B5EF4-FFF2-40B4-BE49-F238E27FC236}">
                  <a16:creationId xmlns:a16="http://schemas.microsoft.com/office/drawing/2014/main" id="{46508B8A-3699-AA24-24FF-2BE52D8A3754}"/>
                </a:ext>
              </a:extLst>
            </p:cNvPr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334434" y="2420412"/>
              <a:ext cx="503937" cy="504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0" tIns="36000" rIns="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</a:pPr>
              <a:r>
                <a:rPr lang="de-DE" b="1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3</a:t>
              </a:r>
              <a:endParaRPr lang="de-DE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1" name="MIO_AGENDA_ELEMENT_TITEL_4">
              <a:extLst>
                <a:ext uri="{FF2B5EF4-FFF2-40B4-BE49-F238E27FC236}">
                  <a16:creationId xmlns:a16="http://schemas.microsoft.com/office/drawing/2014/main" id="{5A56A26E-B36F-79A9-963E-3AC9DA893804}"/>
                </a:ext>
              </a:extLst>
            </p:cNvPr>
            <p:cNvSpPr>
              <a:spLocks/>
            </p:cNvSpPr>
            <p:nvPr>
              <p:custDataLst>
                <p:tags r:id="rId9"/>
              </p:custDataLst>
            </p:nvPr>
          </p:nvSpPr>
          <p:spPr>
            <a:xfrm>
              <a:off x="1235076" y="2996411"/>
              <a:ext cx="9791589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E9E6E6"/>
                  </a:solidFill>
                </a14:hiddenFill>
              </a:ext>
            </a:extLst>
          </p:spPr>
          <p:txBody>
            <a:bodyPr vert="horz" wrap="none" lIns="0" tIns="36000" rIns="3600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defTabSz="5760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sz="1800" dirty="0">
                  <a:latin typeface="+mn-lt"/>
                </a:rPr>
                <a:t>Workflows to develop and utilize a custom BSP</a:t>
              </a:r>
              <a:endParaRPr lang="de-DE" sz="1800" dirty="0">
                <a:latin typeface="+mn-lt"/>
              </a:endParaRPr>
            </a:p>
          </p:txBody>
        </p:sp>
        <p:sp>
          <p:nvSpPr>
            <p:cNvPr id="12" name="MIO_AGENDA_ELEMENT_ELEMENTNUMBER_4">
              <a:extLst>
                <a:ext uri="{FF2B5EF4-FFF2-40B4-BE49-F238E27FC236}">
                  <a16:creationId xmlns:a16="http://schemas.microsoft.com/office/drawing/2014/main" id="{C0041001-6267-0528-64AF-6CD5AD3F5DBC}"/>
                </a:ext>
              </a:extLst>
            </p:cNvPr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334434" y="2996411"/>
              <a:ext cx="503937" cy="504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0" tIns="36000" rIns="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</a:pPr>
              <a:r>
                <a:rPr lang="de-DE" b="1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4</a:t>
              </a:r>
              <a:endParaRPr lang="de-DE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3" name="MIO_AGENDA_ELEMENT_TITEL_5">
              <a:extLst>
                <a:ext uri="{FF2B5EF4-FFF2-40B4-BE49-F238E27FC236}">
                  <a16:creationId xmlns:a16="http://schemas.microsoft.com/office/drawing/2014/main" id="{8B7A0DFD-80B0-7C03-6353-575963E50923}"/>
                </a:ext>
              </a:extLst>
            </p:cNvPr>
            <p:cNvSpPr>
              <a:spLocks/>
            </p:cNvSpPr>
            <p:nvPr>
              <p:custDataLst>
                <p:tags r:id="rId11"/>
              </p:custDataLst>
            </p:nvPr>
          </p:nvSpPr>
          <p:spPr>
            <a:xfrm>
              <a:off x="1235076" y="3572411"/>
              <a:ext cx="9791589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E9E6E6"/>
                  </a:solidFill>
                </a14:hiddenFill>
              </a:ext>
            </a:extLst>
          </p:spPr>
          <p:txBody>
            <a:bodyPr vert="horz" wrap="none" lIns="0" tIns="36000" rIns="3600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defTabSz="5760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sz="1800" dirty="0">
                  <a:latin typeface="+mn-lt"/>
                </a:rPr>
                <a:t>Middleware integration with Library Manager and </a:t>
              </a:r>
              <a:r>
                <a:rPr lang="en-US" sz="1800" dirty="0" err="1">
                  <a:latin typeface="+mn-lt"/>
                </a:rPr>
                <a:t>Makefiles</a:t>
              </a:r>
              <a:endParaRPr lang="de-DE" sz="1800" dirty="0">
                <a:latin typeface="+mn-lt"/>
              </a:endParaRPr>
            </a:p>
          </p:txBody>
        </p:sp>
        <p:sp>
          <p:nvSpPr>
            <p:cNvPr id="14" name="MIO_AGENDA_ELEMENT_ELEMENTNUMBER_5">
              <a:extLst>
                <a:ext uri="{FF2B5EF4-FFF2-40B4-BE49-F238E27FC236}">
                  <a16:creationId xmlns:a16="http://schemas.microsoft.com/office/drawing/2014/main" id="{AA9CFEAF-4665-B9C2-6239-6DCC67B27882}"/>
                </a:ext>
              </a:extLst>
            </p:cNvPr>
            <p:cNvSpPr>
              <a:spLocks noChangeAspect="1"/>
            </p:cNvSpPr>
            <p:nvPr>
              <p:custDataLst>
                <p:tags r:id="rId12"/>
              </p:custDataLst>
            </p:nvPr>
          </p:nvSpPr>
          <p:spPr>
            <a:xfrm>
              <a:off x="334434" y="3572411"/>
              <a:ext cx="503937" cy="504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0" tIns="36000" rIns="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</a:pPr>
              <a:r>
                <a:rPr lang="de-DE" b="1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5</a:t>
              </a:r>
              <a:endParaRPr lang="de-DE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5" name="MIO_AGENDA_ELEMENT_TITEL_6">
              <a:extLst>
                <a:ext uri="{FF2B5EF4-FFF2-40B4-BE49-F238E27FC236}">
                  <a16:creationId xmlns:a16="http://schemas.microsoft.com/office/drawing/2014/main" id="{96686212-B269-FDBB-FE66-BF403CA1C624}"/>
                </a:ext>
              </a:extLst>
            </p:cNvPr>
            <p:cNvSpPr>
              <a:spLocks/>
            </p:cNvSpPr>
            <p:nvPr>
              <p:custDataLst>
                <p:tags r:id="rId13"/>
              </p:custDataLst>
            </p:nvPr>
          </p:nvSpPr>
          <p:spPr>
            <a:xfrm>
              <a:off x="1235076" y="4148410"/>
              <a:ext cx="9791589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E9E6E6"/>
                  </a:solidFill>
                </a14:hiddenFill>
              </a:ext>
            </a:extLst>
          </p:spPr>
          <p:txBody>
            <a:bodyPr vert="horz" wrap="none" lIns="0" tIns="36000" rIns="3600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defTabSz="5760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None/>
              </a:pPr>
              <a:r>
                <a:rPr lang="en-US" sz="1800" dirty="0">
                  <a:latin typeface="+mn-lt"/>
                </a:rPr>
                <a:t>Introduction to the upcoming ModusToolbox™ SDK</a:t>
              </a:r>
              <a:endParaRPr lang="de-DE" sz="1800" dirty="0">
                <a:latin typeface="+mn-lt"/>
              </a:endParaRPr>
            </a:p>
          </p:txBody>
        </p:sp>
        <p:sp>
          <p:nvSpPr>
            <p:cNvPr id="16" name="MIO_AGENDA_ELEMENT_ELEMENTNUMBER_6">
              <a:extLst>
                <a:ext uri="{FF2B5EF4-FFF2-40B4-BE49-F238E27FC236}">
                  <a16:creationId xmlns:a16="http://schemas.microsoft.com/office/drawing/2014/main" id="{99C59DAD-C7CE-6D56-E88F-8DA993740432}"/>
                </a:ext>
              </a:extLst>
            </p:cNvPr>
            <p:cNvSpPr>
              <a:spLocks noChangeAspect="1"/>
            </p:cNvSpPr>
            <p:nvPr>
              <p:custDataLst>
                <p:tags r:id="rId14"/>
              </p:custDataLst>
            </p:nvPr>
          </p:nvSpPr>
          <p:spPr>
            <a:xfrm>
              <a:off x="334434" y="4148410"/>
              <a:ext cx="503937" cy="504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0" tIns="36000" rIns="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</a:pPr>
              <a:r>
                <a:rPr lang="de-DE" b="1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6</a:t>
              </a:r>
              <a:endParaRPr lang="de-DE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17" name="MIO_AGENDA_ELEMENT_TITEL_7">
              <a:extLst>
                <a:ext uri="{FF2B5EF4-FFF2-40B4-BE49-F238E27FC236}">
                  <a16:creationId xmlns:a16="http://schemas.microsoft.com/office/drawing/2014/main" id="{20CFA3C0-D318-3C58-35B6-4AC5030D8A1F}"/>
                </a:ext>
              </a:extLst>
            </p:cNvPr>
            <p:cNvSpPr>
              <a:spLocks/>
            </p:cNvSpPr>
            <p:nvPr>
              <p:custDataLst>
                <p:tags r:id="rId15"/>
              </p:custDataLst>
            </p:nvPr>
          </p:nvSpPr>
          <p:spPr>
            <a:xfrm>
              <a:off x="1235076" y="4724410"/>
              <a:ext cx="9791589" cy="50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E9E6E6"/>
                  </a:solidFill>
                </a14:hiddenFill>
              </a:ext>
            </a:extLst>
          </p:spPr>
          <p:txBody>
            <a:bodyPr vert="horz" wrap="none" lIns="0" tIns="36000" rIns="3600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defTabSz="576000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  <a:buFont typeface="Arial" panose="020B0604020202020204" pitchFamily="34" charset="0"/>
                <a:buNone/>
              </a:pPr>
              <a:r>
                <a:rPr lang="de-DE" sz="1800">
                  <a:latin typeface="+mn-lt"/>
                </a:rPr>
                <a:t>Q&amp;A</a:t>
              </a:r>
              <a:endParaRPr lang="de-DE" sz="1800" dirty="0">
                <a:latin typeface="+mn-lt"/>
              </a:endParaRPr>
            </a:p>
          </p:txBody>
        </p:sp>
        <p:sp>
          <p:nvSpPr>
            <p:cNvPr id="18" name="MIO_AGENDA_ELEMENT_ELEMENTNUMBER_7">
              <a:extLst>
                <a:ext uri="{FF2B5EF4-FFF2-40B4-BE49-F238E27FC236}">
                  <a16:creationId xmlns:a16="http://schemas.microsoft.com/office/drawing/2014/main" id="{584E8C24-302D-AC4E-D5AB-6C798F4BF767}"/>
                </a:ext>
              </a:extLst>
            </p:cNvPr>
            <p:cNvSpPr>
              <a:spLocks noChangeAspect="1"/>
            </p:cNvSpPr>
            <p:nvPr>
              <p:custDataLst>
                <p:tags r:id="rId16"/>
              </p:custDataLst>
            </p:nvPr>
          </p:nvSpPr>
          <p:spPr>
            <a:xfrm>
              <a:off x="334434" y="4724410"/>
              <a:ext cx="503937" cy="504000"/>
            </a:xfrm>
            <a:prstGeom prst="ellipse">
              <a:avLst/>
            </a:prstGeom>
            <a:solidFill>
              <a:schemeClr val="accent1"/>
            </a:solidFill>
          </p:spPr>
          <p:txBody>
            <a:bodyPr vert="horz" wrap="none" lIns="0" tIns="36000" rIns="0" bIns="36000" rtlCol="0" anchor="ctr">
              <a:norm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609585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1219170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828754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2438339" algn="l" rtl="0" fontAlgn="base">
                <a:spcBef>
                  <a:spcPct val="0"/>
                </a:spcBef>
                <a:spcAft>
                  <a:spcPct val="0"/>
                </a:spcAft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3047924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3657509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4267093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4876678" algn="l" defTabSz="1219170" rtl="0" eaLnBrk="1" latinLnBrk="0" hangingPunct="1">
                <a:defRPr sz="14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100000"/>
              </a:pPr>
              <a:r>
                <a:rPr lang="de-DE" b="1">
                  <a:solidFill>
                    <a:schemeClr val="bg1"/>
                  </a:solidFill>
                  <a:latin typeface="+mn-lt"/>
                  <a:cs typeface="Arial" panose="020B0604020202020204" pitchFamily="34" charset="0"/>
                </a:rPr>
                <a:t>7</a:t>
              </a:r>
              <a:endParaRPr lang="de-DE" b="1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3AF945-78F5-25AF-AA62-32987FD83C49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993262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958AB-4322-AD79-00A1-D97649B7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Roadmap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3C32EA-6C30-08D6-93D3-B07A11068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232286"/>
              </p:ext>
            </p:extLst>
          </p:nvPr>
        </p:nvGraphicFramePr>
        <p:xfrm>
          <a:off x="334963" y="1447800"/>
          <a:ext cx="11520486" cy="41910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960437">
                  <a:extLst>
                    <a:ext uri="{9D8B030D-6E8A-4147-A177-3AD203B41FA5}">
                      <a16:colId xmlns:a16="http://schemas.microsoft.com/office/drawing/2014/main" val="3588156999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677476517"/>
                    </a:ext>
                  </a:extLst>
                </a:gridCol>
                <a:gridCol w="6902449">
                  <a:extLst>
                    <a:ext uri="{9D8B030D-6E8A-4147-A177-3AD203B41FA5}">
                      <a16:colId xmlns:a16="http://schemas.microsoft.com/office/drawing/2014/main" val="32639531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</a:rPr>
                        <a:t>#</a:t>
                      </a:r>
                      <a:endParaRPr lang="en-US" b="1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Topic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Key Skill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286270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1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Version Control &amp; Git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Know what to commit, what to ignore, how to collaborate</a:t>
                      </a:r>
                    </a:p>
                  </a:txBody>
                  <a:tcPr marL="76200" marR="76200" marT="182880" marB="182880"/>
                </a:tc>
                <a:extLst>
                  <a:ext uri="{0D108BD9-81ED-4DB2-BD59-A6C34878D82A}">
                    <a16:rowId xmlns:a16="http://schemas.microsoft.com/office/drawing/2014/main" val="2927776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Project Sharing &amp; Export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Send a working project to anyone — colleague, customer, Infineon</a:t>
                      </a:r>
                    </a:p>
                  </a:txBody>
                  <a:tcPr marL="76200" marR="76200" marT="182880" marB="182880"/>
                </a:tc>
                <a:extLst>
                  <a:ext uri="{0D108BD9-81ED-4DB2-BD59-A6C34878D82A}">
                    <a16:rowId xmlns:a16="http://schemas.microsoft.com/office/drawing/2014/main" val="2685432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3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Understanding BSPs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How BSPs bridge your app code and hardware</a:t>
                      </a:r>
                    </a:p>
                  </a:txBody>
                  <a:tcPr marL="76200" marR="76200" marT="182880" marB="182880"/>
                </a:tc>
                <a:extLst>
                  <a:ext uri="{0D108BD9-81ED-4DB2-BD59-A6C34878D82A}">
                    <a16:rowId xmlns:a16="http://schemas.microsoft.com/office/drawing/2014/main" val="2874322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4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Custom BSP Workflows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Build a custom BSP for production hardware</a:t>
                      </a:r>
                    </a:p>
                  </a:txBody>
                  <a:tcPr marL="76200" marR="76200" marT="182880" marB="182880"/>
                </a:tc>
                <a:extLst>
                  <a:ext uri="{0D108BD9-81ED-4DB2-BD59-A6C34878D82A}">
                    <a16:rowId xmlns:a16="http://schemas.microsoft.com/office/drawing/2014/main" val="3056721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5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Middleware &amp; Library Manager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Add libraries, manage dependencies, understand the </a:t>
                      </a:r>
                      <a:r>
                        <a:rPr lang="en-US" dirty="0" err="1">
                          <a:solidFill>
                            <a:srgbClr val="222222"/>
                          </a:solidFill>
                          <a:effectLst/>
                        </a:rPr>
                        <a:t>Makefile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76200" marR="76200" marT="182880" marB="182880"/>
                </a:tc>
                <a:extLst>
                  <a:ext uri="{0D108BD9-81ED-4DB2-BD59-A6C34878D82A}">
                    <a16:rowId xmlns:a16="http://schemas.microsoft.com/office/drawing/2014/main" val="3577547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6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The ModusToolbox™ SDK</a:t>
                      </a:r>
                    </a:p>
                  </a:txBody>
                  <a:tcPr marL="76200" marR="7620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What's coming and why it matters</a:t>
                      </a:r>
                    </a:p>
                  </a:txBody>
                  <a:tcPr marL="76200" marR="76200" marT="182880" marB="182880"/>
                </a:tc>
                <a:extLst>
                  <a:ext uri="{0D108BD9-81ED-4DB2-BD59-A6C34878D82A}">
                    <a16:rowId xmlns:a16="http://schemas.microsoft.com/office/drawing/2014/main" val="3712389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6916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33C25B-8AFB-5F99-57CF-D083A368E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effectively with </a:t>
            </a:r>
            <a:br>
              <a:rPr lang="en-US" dirty="0"/>
            </a:br>
            <a:r>
              <a:rPr lang="en-US" dirty="0"/>
              <a:t>version control and git</a:t>
            </a:r>
          </a:p>
        </p:txBody>
      </p:sp>
    </p:spTree>
    <p:extLst>
      <p:ext uri="{BB962C8B-B14F-4D97-AF65-F5344CB8AC3E}">
        <p14:creationId xmlns:p14="http://schemas.microsoft.com/office/powerpoint/2010/main" val="2523096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A3DB54-EDAA-323A-87B5-63B2513F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ModusToolbox™ project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8CFD4B-E96A-9361-F4AC-944CB9652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37" y="990601"/>
            <a:ext cx="875305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49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65BC6-A1C9-5083-FD78-34BB43972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41AE33-397F-577B-BF20-E6AF1049A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The .</a:t>
            </a:r>
            <a:r>
              <a:rPr lang="en-US" dirty="0" err="1"/>
              <a:t>mtb</a:t>
            </a:r>
            <a:r>
              <a:rPr lang="en-US" dirty="0"/>
              <a:t> dependency model</a:t>
            </a:r>
          </a:p>
        </p:txBody>
      </p:sp>
      <p:sp>
        <p:nvSpPr>
          <p:cNvPr id="5" name="Chevron 6">
            <a:extLst>
              <a:ext uri="{FF2B5EF4-FFF2-40B4-BE49-F238E27FC236}">
                <a16:creationId xmlns:a16="http://schemas.microsoft.com/office/drawing/2014/main" id="{A7934B3C-AF39-1FFD-736A-38C92D0715B5}"/>
              </a:ext>
            </a:extLst>
          </p:cNvPr>
          <p:cNvSpPr/>
          <p:nvPr/>
        </p:nvSpPr>
        <p:spPr>
          <a:xfrm>
            <a:off x="7410450" y="1238253"/>
            <a:ext cx="4107788" cy="1025457"/>
          </a:xfrm>
          <a:prstGeom prst="chevron">
            <a:avLst>
              <a:gd name="adj" fmla="val 20758"/>
            </a:avLst>
          </a:prstGeom>
          <a:solidFill>
            <a:schemeClr val="tx2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182880" tIns="0" bIns="91440" rtlCol="0" anchor="ctr" anchorCtr="0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Workspace clone of library</a:t>
            </a:r>
          </a:p>
          <a:p>
            <a:pPr algn="ctr"/>
            <a:r>
              <a:rPr lang="en-US" sz="1200" dirty="0" err="1">
                <a:solidFill>
                  <a:srgbClr val="FFFFFF"/>
                </a:solidFill>
              </a:rPr>
              <a:t>mtb_shared</a:t>
            </a:r>
            <a:r>
              <a:rPr lang="en-US" sz="1200" dirty="0">
                <a:solidFill>
                  <a:srgbClr val="FFFFFF"/>
                </a:solidFill>
              </a:rPr>
              <a:t>/retarget-io/release-v1.9.0/</a:t>
            </a:r>
          </a:p>
        </p:txBody>
      </p:sp>
      <p:sp>
        <p:nvSpPr>
          <p:cNvPr id="6" name="Chevron 20">
            <a:extLst>
              <a:ext uri="{FF2B5EF4-FFF2-40B4-BE49-F238E27FC236}">
                <a16:creationId xmlns:a16="http://schemas.microsoft.com/office/drawing/2014/main" id="{7A451A3E-567D-B256-C396-AE96A0251924}"/>
              </a:ext>
            </a:extLst>
          </p:cNvPr>
          <p:cNvSpPr/>
          <p:nvPr/>
        </p:nvSpPr>
        <p:spPr>
          <a:xfrm>
            <a:off x="3606125" y="1238253"/>
            <a:ext cx="4107788" cy="1025457"/>
          </a:xfrm>
          <a:prstGeom prst="chevron">
            <a:avLst>
              <a:gd name="adj" fmla="val 20758"/>
            </a:avLst>
          </a:prstGeom>
          <a:solidFill>
            <a:srgbClr val="3B9B91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182880" tIns="0" bIns="91440" rtlCol="0" anchor="ctr" anchorCtr="0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Resolution of dependencies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make </a:t>
            </a:r>
            <a:r>
              <a:rPr lang="en-US" sz="1200" dirty="0" err="1">
                <a:solidFill>
                  <a:srgbClr val="FFFFFF"/>
                </a:solidFill>
              </a:rPr>
              <a:t>getlibs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8" name="Pentagon 3">
            <a:extLst>
              <a:ext uri="{FF2B5EF4-FFF2-40B4-BE49-F238E27FC236}">
                <a16:creationId xmlns:a16="http://schemas.microsoft.com/office/drawing/2014/main" id="{FEBB7A6E-98FF-A4A9-F7CF-0A36B0667814}"/>
              </a:ext>
            </a:extLst>
          </p:cNvPr>
          <p:cNvSpPr/>
          <p:nvPr/>
        </p:nvSpPr>
        <p:spPr>
          <a:xfrm>
            <a:off x="457400" y="1238253"/>
            <a:ext cx="3452188" cy="1025457"/>
          </a:xfrm>
          <a:prstGeom prst="homePlate">
            <a:avLst>
              <a:gd name="adj" fmla="val 22102"/>
            </a:avLst>
          </a:prstGeom>
          <a:solidFill>
            <a:srgbClr val="6CB4AD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72000" tIns="0" rIns="72000" bIns="72000" rtlCol="0" anchor="ctr" anchorCtr="0"/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User required library</a:t>
            </a:r>
          </a:p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bg1"/>
                </a:solidFill>
              </a:rPr>
              <a:t>deps/retarget-</a:t>
            </a:r>
            <a:r>
              <a:rPr lang="en-US" sz="1200" dirty="0" err="1">
                <a:solidFill>
                  <a:schemeClr val="bg1"/>
                </a:solidFill>
              </a:rPr>
              <a:t>io.mtb</a:t>
            </a: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14" name="Straight Connector 16">
            <a:extLst>
              <a:ext uri="{FF2B5EF4-FFF2-40B4-BE49-F238E27FC236}">
                <a16:creationId xmlns:a16="http://schemas.microsoft.com/office/drawing/2014/main" id="{6FA706A3-68B6-B471-9F62-9B023024B9B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198997" y="2272395"/>
            <a:ext cx="439604" cy="22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5C5AD7E0-3E3F-9647-52E7-1DD51DB3EC8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23000" y="2272395"/>
            <a:ext cx="439604" cy="225"/>
          </a:xfrm>
          <a:prstGeom prst="line">
            <a:avLst/>
          </a:prstGeom>
          <a:ln>
            <a:solidFill>
              <a:srgbClr val="B8DE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8">
            <a:extLst>
              <a:ext uri="{FF2B5EF4-FFF2-40B4-BE49-F238E27FC236}">
                <a16:creationId xmlns:a16="http://schemas.microsoft.com/office/drawing/2014/main" id="{4B38B2E1-F7E9-793C-6F2F-6E0FBD259C1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40217" y="2272395"/>
            <a:ext cx="439604" cy="225"/>
          </a:xfrm>
          <a:prstGeom prst="line">
            <a:avLst/>
          </a:prstGeom>
          <a:ln>
            <a:solidFill>
              <a:srgbClr val="3B9B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">
            <a:extLst>
              <a:ext uri="{FF2B5EF4-FFF2-40B4-BE49-F238E27FC236}">
                <a16:creationId xmlns:a16="http://schemas.microsoft.com/office/drawing/2014/main" id="{A86AC139-4C90-C526-14C7-C9EF8E868EFE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>
            <a:off x="557491" y="3256391"/>
            <a:ext cx="2871509" cy="1620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r>
              <a:rPr lang="en-US" sz="1400" dirty="0"/>
              <a:t>URL: </a:t>
            </a:r>
            <a:r>
              <a:rPr lang="en-US" sz="1200" dirty="0">
                <a:hlinkClick r:id="rId9"/>
              </a:rPr>
              <a:t>https://github.com/Infineon/retarget-io</a:t>
            </a:r>
            <a:br>
              <a:rPr lang="en-US" sz="1200" dirty="0"/>
            </a:br>
            <a:endParaRPr lang="en-US" sz="1200" dirty="0"/>
          </a:p>
          <a:p>
            <a:r>
              <a:rPr lang="en-US" sz="1400" dirty="0"/>
              <a:t>Version: release-v1.9.0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Path: libs/retarget-io</a:t>
            </a:r>
          </a:p>
        </p:txBody>
      </p:sp>
      <p:sp>
        <p:nvSpPr>
          <p:cNvPr id="29" name="TextBox">
            <a:extLst>
              <a:ext uri="{FF2B5EF4-FFF2-40B4-BE49-F238E27FC236}">
                <a16:creationId xmlns:a16="http://schemas.microsoft.com/office/drawing/2014/main" id="{22241018-A1C9-4603-C9E2-A9903B16455F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3909588" y="3256391"/>
            <a:ext cx="3495736" cy="217244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r>
              <a:rPr lang="en-US" sz="1400" dirty="0"/>
              <a:t>Parses the .</a:t>
            </a:r>
            <a:r>
              <a:rPr lang="en-US" sz="1400" dirty="0" err="1"/>
              <a:t>mtb</a:t>
            </a:r>
            <a:r>
              <a:rPr lang="en-US" sz="1400" dirty="0"/>
              <a:t> file</a:t>
            </a:r>
          </a:p>
          <a:p>
            <a:pPr lvl="1"/>
            <a:r>
              <a:rPr lang="en-US" sz="1200" dirty="0"/>
              <a:t>Runs git clone with the specified URL </a:t>
            </a:r>
            <a:br>
              <a:rPr lang="en-US" sz="1200" dirty="0"/>
            </a:br>
            <a:r>
              <a:rPr lang="en-US" sz="1200" dirty="0"/>
              <a:t>and version tag</a:t>
            </a:r>
          </a:p>
          <a:p>
            <a:pPr lvl="1"/>
            <a:r>
              <a:rPr lang="en-US" sz="1200" dirty="0"/>
              <a:t>Resolves transitive dependencies (each library can have its own deps/) </a:t>
            </a:r>
            <a:br>
              <a:rPr lang="en-US" sz="1200" dirty="0"/>
            </a:br>
            <a:endParaRPr lang="en-US" sz="1200" dirty="0"/>
          </a:p>
          <a:p>
            <a:r>
              <a:rPr lang="en-US" sz="1400" dirty="0"/>
              <a:t>Generates</a:t>
            </a:r>
          </a:p>
          <a:p>
            <a:pPr lvl="1"/>
            <a:r>
              <a:rPr lang="en-US" sz="1200" dirty="0"/>
              <a:t>libs/mtb.mk</a:t>
            </a:r>
          </a:p>
          <a:p>
            <a:pPr lvl="1"/>
            <a:r>
              <a:rPr lang="en-US" sz="1200" dirty="0"/>
              <a:t>SEARCH_* paths</a:t>
            </a:r>
            <a:endParaRPr lang="en-US" sz="1000" dirty="0"/>
          </a:p>
        </p:txBody>
      </p:sp>
      <p:sp>
        <p:nvSpPr>
          <p:cNvPr id="30" name="TextBox">
            <a:extLst>
              <a:ext uri="{FF2B5EF4-FFF2-40B4-BE49-F238E27FC236}">
                <a16:creationId xmlns:a16="http://schemas.microsoft.com/office/drawing/2014/main" id="{64A51177-D85C-AE25-0520-6C333BAA877A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7756341" y="3256391"/>
            <a:ext cx="3878168" cy="1620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r>
              <a:rPr lang="en-US" sz="1400" dirty="0"/>
              <a:t>Full library source code, checked out at the pinned version.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Shared across all projects in the workspace.</a:t>
            </a:r>
          </a:p>
          <a:p>
            <a:pPr lvl="1"/>
            <a:r>
              <a:rPr lang="en-US" sz="1200" dirty="0"/>
              <a:t>Never committed to any project's Git repo.</a:t>
            </a:r>
          </a:p>
        </p:txBody>
      </p:sp>
      <p:pic>
        <p:nvPicPr>
          <p:cNvPr id="10" name="Computer">
            <a:extLst>
              <a:ext uri="{FF2B5EF4-FFF2-40B4-BE49-F238E27FC236}">
                <a16:creationId xmlns:a16="http://schemas.microsoft.com/office/drawing/2014/main" id="{22B5C20E-BB1F-F074-0E27-80CE14C350D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90199" y="2638114"/>
            <a:ext cx="457200" cy="4572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A23F8761-87E0-1845-11C9-13E36BC117B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14202" y="2638113"/>
            <a:ext cx="457200" cy="457200"/>
          </a:xfrm>
          <a:prstGeom prst="rect">
            <a:avLst/>
          </a:prstGeom>
        </p:spPr>
      </p:pic>
      <p:pic>
        <p:nvPicPr>
          <p:cNvPr id="9" name="Cloud">
            <a:extLst>
              <a:ext uri="{FF2B5EF4-FFF2-40B4-BE49-F238E27FC236}">
                <a16:creationId xmlns:a16="http://schemas.microsoft.com/office/drawing/2014/main" id="{997BA07C-533C-8849-9BE0-07EB8FAC4B9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28856" y="2627330"/>
            <a:ext cx="457200" cy="457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04242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9E6BA-6AD6-0F42-F7A9-D5600F7D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6E352148-9F28-595E-3AB2-1E3F39B48B1D}"/>
              </a:ext>
            </a:extLst>
          </p:cNvPr>
          <p:cNvSpPr/>
          <p:nvPr/>
        </p:nvSpPr>
        <p:spPr>
          <a:xfrm>
            <a:off x="6126038" y="1905000"/>
            <a:ext cx="5724000" cy="4400486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sp>
        <p:nvSpPr>
          <p:cNvPr id="4" name="Rounded Rectangle 10">
            <a:extLst>
              <a:ext uri="{FF2B5EF4-FFF2-40B4-BE49-F238E27FC236}">
                <a16:creationId xmlns:a16="http://schemas.microsoft.com/office/drawing/2014/main" id="{10AFE340-EF90-B1A4-ED77-58279097C1A5}"/>
              </a:ext>
            </a:extLst>
          </p:cNvPr>
          <p:cNvSpPr/>
          <p:nvPr/>
        </p:nvSpPr>
        <p:spPr>
          <a:xfrm>
            <a:off x="334434" y="1905000"/>
            <a:ext cx="5724000" cy="4400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tlCol="0" anchor="ctr"/>
          <a:lstStyle/>
          <a:p>
            <a:pPr algn="ctr"/>
            <a:endParaRPr lang="en-US" sz="320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132AC5A-1A4C-B79C-DBA4-536934C7C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What are deps/ and libs/ folders?</a:t>
            </a:r>
          </a:p>
        </p:txBody>
      </p:sp>
      <p:sp>
        <p:nvSpPr>
          <p:cNvPr id="10" name="Rechteck 42">
            <a:extLst>
              <a:ext uri="{FF2B5EF4-FFF2-40B4-BE49-F238E27FC236}">
                <a16:creationId xmlns:a16="http://schemas.microsoft.com/office/drawing/2014/main" id="{A1865F31-F241-ABAE-FC11-BFC97669DF11}"/>
              </a:ext>
            </a:extLst>
          </p:cNvPr>
          <p:cNvSpPr/>
          <p:nvPr/>
        </p:nvSpPr>
        <p:spPr bwMode="auto">
          <a:xfrm>
            <a:off x="5194942" y="3123444"/>
            <a:ext cx="1800000" cy="1800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1800" b="1" dirty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09816E-8E5E-5F12-EAF2-0EEEF284D184}"/>
              </a:ext>
            </a:extLst>
          </p:cNvPr>
          <p:cNvSpPr txBox="1">
            <a:spLocks/>
          </p:cNvSpPr>
          <p:nvPr/>
        </p:nvSpPr>
        <p:spPr>
          <a:xfrm>
            <a:off x="518855" y="2209801"/>
            <a:ext cx="4320000" cy="39716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2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800" baseline="0">
                <a:latin typeface="+mn-lt"/>
              </a:defRPr>
            </a:lvl1pPr>
            <a:lvl2pPr marL="504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latin typeface="+mn-lt"/>
              </a:defRPr>
            </a:lvl2pPr>
            <a:lvl3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3pPr>
            <a:lvl4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4pPr>
            <a:lvl5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5pPr>
            <a:lvl6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baseline="0">
                <a:latin typeface="+mn-lt"/>
              </a:defRPr>
            </a:lvl6pPr>
            <a:lvl7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7pPr>
            <a:lvl8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8pPr>
            <a:lvl9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9pPr>
          </a:lstStyle>
          <a:p>
            <a:pPr>
              <a:buClr>
                <a:schemeClr val="bg1"/>
              </a:buClr>
              <a:buFont typeface="Symbol" panose="05050102010706020507" pitchFamily="18" charset="2"/>
              <a:buChar char="-"/>
            </a:pPr>
            <a:r>
              <a:rPr lang="en-US" b="1" dirty="0">
                <a:solidFill>
                  <a:schemeClr val="bg1"/>
                </a:solidFill>
              </a:rPr>
              <a:t>What is inside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.</a:t>
            </a:r>
            <a:r>
              <a:rPr lang="en-US" dirty="0" err="1">
                <a:solidFill>
                  <a:schemeClr val="bg1"/>
                </a:solidFill>
              </a:rPr>
              <a:t>mtb</a:t>
            </a:r>
            <a:r>
              <a:rPr lang="en-US" dirty="0">
                <a:solidFill>
                  <a:schemeClr val="bg1"/>
                </a:solidFill>
              </a:rPr>
              <a:t> files you declare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Font typeface="Symbol" panose="05050102010706020507" pitchFamily="18" charset="2"/>
              <a:buChar char="-"/>
            </a:pPr>
            <a:r>
              <a:rPr lang="en-US" b="1" dirty="0">
                <a:solidFill>
                  <a:schemeClr val="bg1"/>
                </a:solidFill>
              </a:rPr>
              <a:t>Who controls it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You (the developer)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Font typeface="Symbol" panose="05050102010706020507" pitchFamily="18" charset="2"/>
              <a:buChar char="-"/>
            </a:pPr>
            <a:r>
              <a:rPr lang="en-US" b="1" dirty="0">
                <a:solidFill>
                  <a:schemeClr val="bg1"/>
                </a:solidFill>
              </a:rPr>
              <a:t>What is represents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What you asked for</a:t>
            </a:r>
          </a:p>
          <a:p>
            <a:pPr>
              <a:buClr>
                <a:schemeClr val="bg1"/>
              </a:buClr>
              <a:buFont typeface="Symbol" panose="05050102010706020507" pitchFamily="18" charset="2"/>
              <a:buChar char="-"/>
            </a:pPr>
            <a:endParaRPr lang="en-US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Font typeface="Symbol" panose="05050102010706020507" pitchFamily="18" charset="2"/>
              <a:buChar char="-"/>
            </a:pPr>
            <a:r>
              <a:rPr lang="en-US" b="1" dirty="0">
                <a:solidFill>
                  <a:schemeClr val="bg1"/>
                </a:solidFill>
              </a:rPr>
              <a:t>Version control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Yes, this should in the git commit</a:t>
            </a:r>
          </a:p>
          <a:p>
            <a:pPr marL="0" indent="0">
              <a:buClr>
                <a:schemeClr val="bg1"/>
              </a:buClr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79F0524-C2D1-B076-28A6-E3C5D6AFB235}"/>
              </a:ext>
            </a:extLst>
          </p:cNvPr>
          <p:cNvSpPr txBox="1">
            <a:spLocks/>
          </p:cNvSpPr>
          <p:nvPr/>
        </p:nvSpPr>
        <p:spPr>
          <a:xfrm>
            <a:off x="6994941" y="2209800"/>
            <a:ext cx="4678203" cy="3971634"/>
          </a:xfrm>
          <a:prstGeom prst="rect">
            <a:avLst/>
          </a:prstGeom>
        </p:spPr>
        <p:txBody>
          <a:bodyPr vert="horz" lIns="180000" tIns="0" rIns="0" bIns="0" rtlCol="0">
            <a:noAutofit/>
          </a:bodyPr>
          <a:lstStyle>
            <a:lvl1pPr marL="252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800" baseline="0">
                <a:latin typeface="+mn-lt"/>
              </a:defRPr>
            </a:lvl1pPr>
            <a:lvl2pPr marL="504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latin typeface="+mn-lt"/>
              </a:defRPr>
            </a:lvl2pPr>
            <a:lvl3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3pPr>
            <a:lvl4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4pPr>
            <a:lvl5pPr marL="756000" indent="-252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baseline="0">
                <a:latin typeface="+mn-lt"/>
              </a:defRPr>
            </a:lvl5pPr>
            <a:lvl6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baseline="0">
                <a:latin typeface="+mn-lt"/>
              </a:defRPr>
            </a:lvl6pPr>
            <a:lvl7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7pPr>
            <a:lvl8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8pPr>
            <a:lvl9pPr marL="756000" indent="-252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>
                <a:latin typeface="+mn-lt"/>
              </a:defRPr>
            </a:lvl9pPr>
          </a:lstStyle>
          <a:p>
            <a:r>
              <a:rPr lang="en-US" b="1" dirty="0"/>
              <a:t>What is inside</a:t>
            </a:r>
            <a:br>
              <a:rPr lang="en-US" dirty="0"/>
            </a:br>
            <a:r>
              <a:rPr lang="en-US" dirty="0"/>
              <a:t>resolved .</a:t>
            </a:r>
            <a:r>
              <a:rPr lang="en-US" dirty="0" err="1"/>
              <a:t>mtb</a:t>
            </a:r>
            <a:r>
              <a:rPr lang="en-US" dirty="0"/>
              <a:t> file or generated .</a:t>
            </a:r>
            <a:r>
              <a:rPr lang="en-US" dirty="0" err="1"/>
              <a:t>mk</a:t>
            </a:r>
            <a:r>
              <a:rPr lang="en-US" dirty="0"/>
              <a:t> files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Who controls it</a:t>
            </a:r>
            <a:br>
              <a:rPr lang="en-US" dirty="0"/>
            </a:br>
            <a:r>
              <a:rPr lang="en-US" dirty="0"/>
              <a:t>make </a:t>
            </a:r>
            <a:r>
              <a:rPr lang="en-US" dirty="0" err="1"/>
              <a:t>getlibs</a:t>
            </a:r>
            <a:r>
              <a:rPr lang="en-US" dirty="0"/>
              <a:t> (the tool)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What is represents</a:t>
            </a:r>
            <a:br>
              <a:rPr lang="en-US" dirty="0"/>
            </a:br>
            <a:r>
              <a:rPr lang="en-US" dirty="0"/>
              <a:t>Everything the build actually needs</a:t>
            </a:r>
          </a:p>
          <a:p>
            <a:endParaRPr lang="en-US" dirty="0"/>
          </a:p>
          <a:p>
            <a:r>
              <a:rPr lang="en-US" b="1" dirty="0"/>
              <a:t>Version control</a:t>
            </a:r>
            <a:br>
              <a:rPr lang="en-US" dirty="0"/>
            </a:br>
            <a:r>
              <a:rPr lang="en-US" dirty="0"/>
              <a:t>No, this is restored and reconstructed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68D726-9867-3C34-0EDE-0C815B569DA4}"/>
              </a:ext>
            </a:extLst>
          </p:cNvPr>
          <p:cNvSpPr/>
          <p:nvPr/>
        </p:nvSpPr>
        <p:spPr bwMode="auto">
          <a:xfrm>
            <a:off x="6058434" y="2983395"/>
            <a:ext cx="61379" cy="199844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Rechteck 42">
            <a:extLst>
              <a:ext uri="{FF2B5EF4-FFF2-40B4-BE49-F238E27FC236}">
                <a16:creationId xmlns:a16="http://schemas.microsoft.com/office/drawing/2014/main" id="{FB07970F-DDD4-D3F1-3C97-BDD78ED6BB7F}"/>
              </a:ext>
            </a:extLst>
          </p:cNvPr>
          <p:cNvSpPr/>
          <p:nvPr/>
        </p:nvSpPr>
        <p:spPr bwMode="auto">
          <a:xfrm>
            <a:off x="5374942" y="3303444"/>
            <a:ext cx="1440000" cy="1440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square" lIns="96000" tIns="96000" rIns="96000" bIns="96000" rtlCol="0" anchor="ctr"/>
          <a:lstStyle/>
          <a:p>
            <a:pPr algn="ctr" eaLnBrk="0" hangingPunct="0"/>
            <a:r>
              <a:rPr lang="en-US" sz="2400" b="1" dirty="0">
                <a:solidFill>
                  <a:schemeClr val="bg1"/>
                </a:solidFill>
                <a:latin typeface="+mn-lt"/>
                <a:ea typeface="Verdana" pitchFamily="34" charset="0"/>
                <a:cs typeface="Verdana" pitchFamily="34" charset="0"/>
              </a:rPr>
              <a:t>VS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C24D99-B526-0BF8-001E-AE50302B5EA8}"/>
              </a:ext>
            </a:extLst>
          </p:cNvPr>
          <p:cNvSpPr/>
          <p:nvPr/>
        </p:nvSpPr>
        <p:spPr bwMode="auto">
          <a:xfrm>
            <a:off x="334434" y="1219200"/>
            <a:ext cx="5724000" cy="609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2400" b="1" dirty="0">
                <a:solidFill>
                  <a:schemeClr val="bg1"/>
                </a:solidFill>
                <a:latin typeface="+mn-lt"/>
              </a:rPr>
              <a:t>deps/</a:t>
            </a:r>
            <a:endParaRPr lang="en-US" sz="2400" b="1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2C2945-72F8-28FC-AAF2-D04494FB0CC6}"/>
              </a:ext>
            </a:extLst>
          </p:cNvPr>
          <p:cNvSpPr/>
          <p:nvPr/>
        </p:nvSpPr>
        <p:spPr bwMode="auto">
          <a:xfrm>
            <a:off x="6126038" y="1219200"/>
            <a:ext cx="5724000" cy="609600"/>
          </a:xfrm>
          <a:prstGeom prst="rect">
            <a:avLst/>
          </a:prstGeom>
          <a:noFill/>
          <a:ln w="9525">
            <a:solidFill>
              <a:srgbClr val="0A8276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2400" b="1" dirty="0">
                <a:solidFill>
                  <a:srgbClr val="0A8276"/>
                </a:solidFill>
                <a:latin typeface="+mn-lt"/>
              </a:rPr>
              <a:t>libs/</a:t>
            </a:r>
            <a:endParaRPr lang="en-US" sz="2400" b="1" baseline="0" dirty="0">
              <a:solidFill>
                <a:srgbClr val="0A8276"/>
              </a:solidFill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1798571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BFAA60-D7E1-D2C0-BB5D-B5191FD911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800" y="5410200"/>
            <a:ext cx="11520000" cy="971551"/>
          </a:xfrm>
        </p:spPr>
        <p:txBody>
          <a:bodyPr/>
          <a:lstStyle/>
          <a:p>
            <a:r>
              <a:rPr lang="en-US" dirty="0"/>
              <a:t>ModusToolbox™ Code Example projects include a starting .</a:t>
            </a:r>
            <a:r>
              <a:rPr lang="en-US" dirty="0" err="1"/>
              <a:t>gitignore</a:t>
            </a:r>
            <a:r>
              <a:rPr lang="en-US" dirty="0"/>
              <a:t> reference file.</a:t>
            </a:r>
          </a:p>
          <a:p>
            <a:r>
              <a:rPr lang="en-US" dirty="0"/>
              <a:t>This file should be edited based on the user’s workflow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C6C315-7992-8438-C87F-675B89E8E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commit, what to ignore?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B7B059-D9BC-786A-3320-83789491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060042"/>
              </p:ext>
            </p:extLst>
          </p:nvPr>
        </p:nvGraphicFramePr>
        <p:xfrm>
          <a:off x="661581" y="1524000"/>
          <a:ext cx="10866438" cy="3200400"/>
        </p:xfrm>
        <a:graphic>
          <a:graphicData uri="http://schemas.openxmlformats.org/drawingml/2006/table">
            <a:tbl>
              <a:tblPr firstRow="1" firstCol="1" bandCol="1">
                <a:tableStyleId>{B301B821-A1FF-4177-AEE7-76D212191A09}</a:tableStyleId>
              </a:tblPr>
              <a:tblGrid>
                <a:gridCol w="4140471">
                  <a:extLst>
                    <a:ext uri="{9D8B030D-6E8A-4147-A177-3AD203B41FA5}">
                      <a16:colId xmlns:a16="http://schemas.microsoft.com/office/drawing/2014/main" val="38016829"/>
                    </a:ext>
                  </a:extLst>
                </a:gridCol>
                <a:gridCol w="6725967">
                  <a:extLst>
                    <a:ext uri="{9D8B030D-6E8A-4147-A177-3AD203B41FA5}">
                      <a16:colId xmlns:a16="http://schemas.microsoft.com/office/drawing/2014/main" val="136849446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COMMIT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182880" marR="182880" marT="91440" marB="91440">
                    <a:lnR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IGNORE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182880" marR="182880" marT="91440" marB="91440">
                    <a:lnL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0572061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Makefile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182880">
                    <a:lnR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build/</a:t>
                      </a:r>
                    </a:p>
                  </a:txBody>
                  <a:tcPr marL="182880" marR="182880" marT="91440" marB="182880">
                    <a:lnL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5704577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main.c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and all source files</a:t>
                      </a:r>
                    </a:p>
                  </a:txBody>
                  <a:tcPr marL="182880" marR="182880" marT="91440" marB="182880">
                    <a:lnR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mtb_shared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/ (regenerated by make 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getlibs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)</a:t>
                      </a:r>
                    </a:p>
                  </a:txBody>
                  <a:tcPr marL="182880" marR="182880" marT="91440" marB="182880">
                    <a:lnL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11594969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deps/*.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182880">
                    <a:lnR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libs/ (transitive .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+ mtb.mk pointing to 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mtb_shared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)</a:t>
                      </a:r>
                    </a:p>
                  </a:txBody>
                  <a:tcPr marL="182880" marR="182880" marT="91440" marB="182880">
                    <a:lnL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04347099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bsps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/ (BSP customizations)</a:t>
                      </a:r>
                    </a:p>
                  </a:txBody>
                  <a:tcPr marL="182880" marR="182880" marT="91440" marB="182880">
                    <a:lnR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.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vscode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/ (user-specific)</a:t>
                      </a:r>
                    </a:p>
                  </a:txBody>
                  <a:tcPr marL="182880" marR="182880" marT="91440" marB="182880">
                    <a:lnL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0431845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marR="0" lvl="0" indent="0" algn="l" defTabSz="121917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.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gitignore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itself</a:t>
                      </a:r>
                    </a:p>
                  </a:txBody>
                  <a:tcPr marL="182880" marR="182880" marT="91440" marB="182880">
                    <a:lnR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.cache/ (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clangd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/ IntelliSense index)</a:t>
                      </a:r>
                    </a:p>
                  </a:txBody>
                  <a:tcPr marL="182880" marR="182880" marT="91440" marB="182880">
                    <a:lnL w="12700" cap="flat" cmpd="sng" algn="ctr">
                      <a:solidFill>
                        <a:srgbClr val="0A8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694202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316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8ECFD7-D690-A623-E78D-E01D0444F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version-controlled project flow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AC46D9-E421-5357-3A96-B74006DAE450}"/>
              </a:ext>
            </a:extLst>
          </p:cNvPr>
          <p:cNvSpPr/>
          <p:nvPr/>
        </p:nvSpPr>
        <p:spPr bwMode="auto">
          <a:xfrm>
            <a:off x="762000" y="1311626"/>
            <a:ext cx="2514600" cy="762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Clone the project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7A0A83-8349-CF9C-B3B6-22CEB7BC0E5D}"/>
              </a:ext>
            </a:extLst>
          </p:cNvPr>
          <p:cNvSpPr/>
          <p:nvPr/>
        </p:nvSpPr>
        <p:spPr bwMode="auto">
          <a:xfrm>
            <a:off x="762000" y="3294381"/>
            <a:ext cx="2514600" cy="762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Resolve Dependencies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6BD4E3-390E-191E-16DD-8C2031D54FBA}"/>
              </a:ext>
            </a:extLst>
          </p:cNvPr>
          <p:cNvSpPr/>
          <p:nvPr/>
        </p:nvSpPr>
        <p:spPr bwMode="auto">
          <a:xfrm>
            <a:off x="762000" y="2303781"/>
            <a:ext cx="2514600" cy="762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Import into IDE</a:t>
            </a:r>
            <a:br>
              <a:rPr lang="en-US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(optional)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7D75CA-B385-81E7-B2B6-80B6A2C4945C}"/>
              </a:ext>
            </a:extLst>
          </p:cNvPr>
          <p:cNvSpPr/>
          <p:nvPr/>
        </p:nvSpPr>
        <p:spPr bwMode="auto">
          <a:xfrm>
            <a:off x="762000" y="4284981"/>
            <a:ext cx="2514600" cy="762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Build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4C28E2-27D5-1678-B63E-7C225154CA33}"/>
              </a:ext>
            </a:extLst>
          </p:cNvPr>
          <p:cNvSpPr/>
          <p:nvPr/>
        </p:nvSpPr>
        <p:spPr bwMode="auto">
          <a:xfrm>
            <a:off x="762000" y="5275581"/>
            <a:ext cx="2514600" cy="762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r>
              <a:rPr lang="en-US" sz="1800" b="1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Working Binary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C0D8F9-F84A-CD7A-E791-DB20D5EBF2D5}"/>
              </a:ext>
            </a:extLst>
          </p:cNvPr>
          <p:cNvSpPr/>
          <p:nvPr/>
        </p:nvSpPr>
        <p:spPr bwMode="auto">
          <a:xfrm>
            <a:off x="3276600" y="1320076"/>
            <a:ext cx="77724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182880" tIns="72000" rIns="72000" bIns="72000" rtlCol="0" anchor="ctr"/>
          <a:lstStyle/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b="1" kern="0" dirty="0"/>
              <a:t>git clone &lt;project-</a:t>
            </a:r>
            <a:r>
              <a:rPr lang="en-US" sz="1600" b="1" kern="0" dirty="0" err="1"/>
              <a:t>url</a:t>
            </a:r>
            <a:r>
              <a:rPr lang="en-US" sz="1600" b="1" kern="0" dirty="0"/>
              <a:t>&gt;</a:t>
            </a:r>
          </a:p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kern="0" dirty="0"/>
              <a:t>Gets </a:t>
            </a:r>
            <a:r>
              <a:rPr lang="en-US" sz="1600" kern="0" dirty="0" err="1"/>
              <a:t>Makefile</a:t>
            </a:r>
            <a:r>
              <a:rPr lang="en-US" sz="1600" kern="0" dirty="0"/>
              <a:t>, </a:t>
            </a:r>
            <a:r>
              <a:rPr lang="en-US" sz="1600" kern="0" dirty="0" err="1"/>
              <a:t>main.c</a:t>
            </a:r>
            <a:r>
              <a:rPr lang="en-US" sz="1600" kern="0" dirty="0"/>
              <a:t>, deps/*.</a:t>
            </a:r>
            <a:r>
              <a:rPr lang="en-US" sz="1600" kern="0" dirty="0" err="1"/>
              <a:t>mtb</a:t>
            </a:r>
            <a:r>
              <a:rPr lang="en-US" sz="1600" kern="0" dirty="0"/>
              <a:t>, </a:t>
            </a:r>
            <a:r>
              <a:rPr lang="en-US" sz="1600" kern="0" dirty="0" err="1"/>
              <a:t>bsps</a:t>
            </a:r>
            <a:r>
              <a:rPr lang="en-US" sz="1600" kern="0" dirty="0"/>
              <a:t>/ — everything committed to Git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DF310A-6669-963F-0D45-3FF07B806861}"/>
              </a:ext>
            </a:extLst>
          </p:cNvPr>
          <p:cNvSpPr/>
          <p:nvPr/>
        </p:nvSpPr>
        <p:spPr bwMode="auto">
          <a:xfrm>
            <a:off x="3276600" y="2298778"/>
            <a:ext cx="77724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182880" tIns="72000" rIns="72000" bIns="72000" rtlCol="0" anchor="ctr"/>
          <a:lstStyle/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kern="0" dirty="0"/>
              <a:t>Open Eclipse IDE, VS Code, IAR Embedded Workbench, or Arm </a:t>
            </a:r>
            <a:r>
              <a:rPr lang="en-US" sz="1600" kern="0" dirty="0" err="1"/>
              <a:t>uVision</a:t>
            </a:r>
            <a:endParaRPr lang="en-US" sz="1600" kern="0" dirty="0"/>
          </a:p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kern="0" dirty="0"/>
              <a:t>Follow specific steps from respective ModusToolbox™ IDE user guides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513096-738B-3515-CD83-FA5CFC0038C6}"/>
              </a:ext>
            </a:extLst>
          </p:cNvPr>
          <p:cNvSpPr/>
          <p:nvPr/>
        </p:nvSpPr>
        <p:spPr bwMode="auto">
          <a:xfrm>
            <a:off x="3276600" y="3294381"/>
            <a:ext cx="77724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182880" tIns="72000" rIns="72000" bIns="72000" rtlCol="0" anchor="ctr"/>
          <a:lstStyle/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b="1" kern="0" dirty="0"/>
              <a:t>make </a:t>
            </a:r>
            <a:r>
              <a:rPr lang="en-US" sz="1600" b="1" kern="0" dirty="0" err="1"/>
              <a:t>getlibs</a:t>
            </a:r>
            <a:r>
              <a:rPr lang="en-US" sz="1600" kern="0" dirty="0"/>
              <a:t>   (Importing into Eclipse or VS Code will complete this step)</a:t>
            </a:r>
            <a:endParaRPr lang="en-US" sz="1600" b="1" kern="0" dirty="0"/>
          </a:p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kern="0" dirty="0"/>
              <a:t>Reads deps/*.</a:t>
            </a:r>
            <a:r>
              <a:rPr lang="en-US" sz="1600" kern="0" dirty="0" err="1"/>
              <a:t>mtb</a:t>
            </a:r>
            <a:r>
              <a:rPr lang="en-US" sz="1600" kern="0" dirty="0"/>
              <a:t> → clones libraries to </a:t>
            </a:r>
            <a:r>
              <a:rPr lang="en-US" sz="1600" kern="0" dirty="0" err="1"/>
              <a:t>mtb_shared</a:t>
            </a:r>
            <a:r>
              <a:rPr lang="en-US" sz="1600" kern="0" dirty="0"/>
              <a:t>/ → generates libs/mtb.mk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C6CFC9-7F8D-B86D-808E-2CDCDB1D32B8}"/>
              </a:ext>
            </a:extLst>
          </p:cNvPr>
          <p:cNvSpPr/>
          <p:nvPr/>
        </p:nvSpPr>
        <p:spPr bwMode="auto">
          <a:xfrm>
            <a:off x="3276600" y="4277932"/>
            <a:ext cx="77724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182880" tIns="72000" rIns="72000" bIns="72000" rtlCol="0" anchor="ctr"/>
          <a:lstStyle/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kern="0" dirty="0"/>
              <a:t>Build application with </a:t>
            </a:r>
            <a:r>
              <a:rPr lang="en-US" sz="1600" b="1" kern="0" dirty="0"/>
              <a:t>make build</a:t>
            </a:r>
            <a:r>
              <a:rPr lang="en-US" sz="1600" kern="0" dirty="0"/>
              <a:t> or via IDE</a:t>
            </a:r>
          </a:p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kern="0" dirty="0"/>
              <a:t>Compiles application + all dependencies into firmware binary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AB93A8-C8B1-A21B-961C-3202AB7B72F4}"/>
              </a:ext>
            </a:extLst>
          </p:cNvPr>
          <p:cNvSpPr/>
          <p:nvPr/>
        </p:nvSpPr>
        <p:spPr bwMode="auto">
          <a:xfrm>
            <a:off x="3276600" y="5288748"/>
            <a:ext cx="7772400" cy="76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182880" tIns="72000" rIns="72000" bIns="72000" rtlCol="0" anchor="ctr"/>
          <a:lstStyle/>
          <a:p>
            <a:pPr marL="252000" indent="-252000"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</a:pPr>
            <a:r>
              <a:rPr lang="en-US" sz="1600" kern="0" dirty="0"/>
              <a:t>Flash to board with </a:t>
            </a:r>
            <a:r>
              <a:rPr lang="en-US" sz="1600" b="1" kern="0" dirty="0"/>
              <a:t>make program </a:t>
            </a:r>
            <a:r>
              <a:rPr lang="en-US" sz="1600" kern="0" dirty="0"/>
              <a:t>or via IDE</a:t>
            </a:r>
          </a:p>
        </p:txBody>
      </p:sp>
    </p:spTree>
    <p:extLst>
      <p:ext uri="{BB962C8B-B14F-4D97-AF65-F5344CB8AC3E}">
        <p14:creationId xmlns:p14="http://schemas.microsoft.com/office/powerpoint/2010/main" val="3901786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78AC0B-95FE-8016-A017-7663C3E9DA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600" y="4876800"/>
            <a:ext cx="10820400" cy="1524000"/>
          </a:xfrm>
        </p:spPr>
        <p:txBody>
          <a:bodyPr/>
          <a:lstStyle/>
          <a:p>
            <a:r>
              <a:rPr lang="en-US" sz="1600" dirty="0"/>
              <a:t>VS Code include built-in version control tracking, management, and visualization</a:t>
            </a:r>
          </a:p>
          <a:p>
            <a:r>
              <a:rPr lang="en-US" sz="1600" dirty="0"/>
              <a:t>Eclipse includes additional Views that support version control</a:t>
            </a:r>
          </a:p>
          <a:p>
            <a:r>
              <a:rPr lang="en-US" sz="1600" dirty="0"/>
              <a:t>ModusToolbox™ (on Windows) include a version of Cygwin Git</a:t>
            </a:r>
          </a:p>
          <a:p>
            <a:pPr lvl="1"/>
            <a:r>
              <a:rPr lang="en-US" dirty="0"/>
              <a:t>This is what ModusToolbox™ uses by default</a:t>
            </a:r>
          </a:p>
          <a:p>
            <a:pPr lvl="1"/>
            <a:r>
              <a:rPr lang="en-US" dirty="0"/>
              <a:t>This instance does use different git configurations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5A84D-0AA1-D6C1-35B4-730F2B16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workflow best practices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29BE15-6662-C9FA-7651-5E90BECB2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509774"/>
              </p:ext>
            </p:extLst>
          </p:nvPr>
        </p:nvGraphicFramePr>
        <p:xfrm>
          <a:off x="684600" y="1295400"/>
          <a:ext cx="10820400" cy="336804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3963600">
                  <a:extLst>
                    <a:ext uri="{9D8B030D-6E8A-4147-A177-3AD203B41FA5}">
                      <a16:colId xmlns:a16="http://schemas.microsoft.com/office/drawing/2014/main" val="1262817085"/>
                    </a:ext>
                  </a:extLst>
                </a:gridCol>
                <a:gridCol w="6856800">
                  <a:extLst>
                    <a:ext uri="{9D8B030D-6E8A-4147-A177-3AD203B41FA5}">
                      <a16:colId xmlns:a16="http://schemas.microsoft.com/office/drawing/2014/main" val="932795836"/>
                    </a:ext>
                  </a:extLst>
                </a:gridCol>
              </a:tblGrid>
              <a:tr h="22009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Practice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Why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123391170"/>
                  </a:ext>
                </a:extLst>
              </a:tr>
              <a:tr h="22009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One project per repo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(preferred)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Clean history, independent versioning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149622523"/>
                  </a:ext>
                </a:extLst>
              </a:tr>
              <a:tr h="22009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Commit .</a:t>
                      </a:r>
                      <a:r>
                        <a:rPr lang="en-US" sz="1800" b="1" dirty="0" err="1">
                          <a:solidFill>
                            <a:srgbClr val="222222"/>
                          </a:solidFill>
                          <a:effectLst/>
                        </a:rPr>
                        <a:t>mtb</a:t>
                      </a: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 files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Reproducible dependency resolution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366551341"/>
                  </a:ext>
                </a:extLst>
              </a:tr>
              <a:tr h="392341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Never commit </a:t>
                      </a:r>
                      <a:r>
                        <a:rPr lang="en-US" sz="1800" b="1" dirty="0" err="1">
                          <a:solidFill>
                            <a:srgbClr val="222222"/>
                          </a:solidFill>
                          <a:effectLst/>
                        </a:rPr>
                        <a:t>mtb_shared</a:t>
                      </a: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/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It's regenerated; committing bloats the repo enormously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929293852"/>
                  </a:ext>
                </a:extLst>
              </a:tr>
              <a:tr h="392341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Tag releases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Match your project version to tested BSP/middleware versions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995337707"/>
                  </a:ext>
                </a:extLst>
              </a:tr>
              <a:tr h="392341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Document BSP + MTB version in README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e.g., "Tested with KIT_PSC3M5_EVK in ModusToolbox™ 3.7"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137354898"/>
                  </a:ext>
                </a:extLst>
              </a:tr>
              <a:tr h="22009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Use branches for BSP variants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If supporting multiple boards, branch per target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034500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1027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174058E-9E48-D9A2-D76F-25D58696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2134800"/>
            <a:ext cx="8137525" cy="2361000"/>
          </a:xfrm>
        </p:spPr>
        <p:txBody>
          <a:bodyPr anchor="t"/>
          <a:lstStyle/>
          <a:p>
            <a:r>
              <a:rPr lang="en-US" dirty="0"/>
              <a:t>Demo / Exercise</a:t>
            </a:r>
            <a:br>
              <a:rPr lang="en-US" dirty="0"/>
            </a:br>
            <a:r>
              <a:rPr lang="en-US" sz="3200" b="0" dirty="0"/>
              <a:t>Clone a real project and </a:t>
            </a:r>
            <a:br>
              <a:rPr lang="en-US" sz="3200" b="0" dirty="0"/>
            </a:br>
            <a:r>
              <a:rPr lang="en-US" sz="3200" b="0" dirty="0"/>
              <a:t>verify dependencies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773806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4BF6B46-A17F-8099-7CAE-1F824F5CDCB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45202932"/>
              </p:ext>
            </p:extLst>
          </p:nvPr>
        </p:nvGraphicFramePr>
        <p:xfrm>
          <a:off x="377214" y="1143000"/>
          <a:ext cx="11435985" cy="511535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65786">
                  <a:extLst>
                    <a:ext uri="{9D8B030D-6E8A-4147-A177-3AD203B41FA5}">
                      <a16:colId xmlns:a16="http://schemas.microsoft.com/office/drawing/2014/main" val="3506067205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3338201664"/>
                    </a:ext>
                  </a:extLst>
                </a:gridCol>
                <a:gridCol w="4726599">
                  <a:extLst>
                    <a:ext uri="{9D8B030D-6E8A-4147-A177-3AD203B41FA5}">
                      <a16:colId xmlns:a16="http://schemas.microsoft.com/office/drawing/2014/main" val="1199779295"/>
                    </a:ext>
                  </a:extLst>
                </a:gridCol>
              </a:tblGrid>
              <a:tr h="347949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Step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5641" marR="75641" marT="37821" marB="37821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Command / Action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5641" marR="75641" marT="37821" marB="37821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5641" marR="75641" marT="37821" marB="37821"/>
                </a:tc>
                <a:extLst>
                  <a:ext uri="{0D108BD9-81ED-4DB2-BD59-A6C34878D82A}">
                    <a16:rowId xmlns:a16="http://schemas.microsoft.com/office/drawing/2014/main" val="2066836049"/>
                  </a:ext>
                </a:extLst>
              </a:tr>
              <a:tr h="34794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1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Open </a:t>
                      </a: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Modus-Shell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4034614014"/>
                  </a:ext>
                </a:extLst>
              </a:tr>
              <a:tr h="62025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mkdir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C:/MTB_Training &amp;&amp; cd C:/MTB_Training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Create a workspace directory for the training</a:t>
                      </a: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818344109"/>
                  </a:ext>
                </a:extLst>
              </a:tr>
              <a:tr h="62025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3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git clone </a:t>
                      </a:r>
                      <a:b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  <a:hlinkClick r:id="rId2"/>
                        </a:rPr>
                        <a:t>https://github.com/ClarkJ-Infineon/mtb-training-blinky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Project cloned into workspace (no 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mtb_shared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/ or libs/ yet)</a:t>
                      </a: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2270062384"/>
                  </a:ext>
                </a:extLst>
              </a:tr>
              <a:tr h="34794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4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cd 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-training-blinky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3290630325"/>
                  </a:ext>
                </a:extLst>
              </a:tr>
              <a:tr h="34794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5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ls deps/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See .mtb files for BSP and libraries</a:t>
                      </a: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2082638013"/>
                  </a:ext>
                </a:extLst>
              </a:tr>
              <a:tr h="62025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6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make 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getlibs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Libraries cloned into ../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mtb_shared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/, libs/mtb.mk generated</a:t>
                      </a: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3164773836"/>
                  </a:ext>
                </a:extLst>
              </a:tr>
              <a:tr h="62025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7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make build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Successful build for KIT_PSC3M5_EVK</a:t>
                      </a: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2594465060"/>
                  </a:ext>
                </a:extLst>
              </a:tr>
              <a:tr h="62025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8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Inspect libs/ directory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See transitive .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files and mtb.mk with SEARCH paths</a:t>
                      </a: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4176491696"/>
                  </a:ext>
                </a:extLst>
              </a:tr>
              <a:tr h="62025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9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Inspect libs/mtb.mk</a:t>
                      </a:r>
                    </a:p>
                  </a:txBody>
                  <a:tcPr marL="182880" marR="182880" marT="37821" marB="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See the SEARCH_ paths that wire libraries into the build</a:t>
                      </a:r>
                    </a:p>
                  </a:txBody>
                  <a:tcPr marL="182880" marR="182880" marT="37821" marB="0"/>
                </a:tc>
                <a:extLst>
                  <a:ext uri="{0D108BD9-81ED-4DB2-BD59-A6C34878D82A}">
                    <a16:rowId xmlns:a16="http://schemas.microsoft.com/office/drawing/2014/main" val="4194239959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EC9AA428-CDA5-B3A3-D013-832D92003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- Clone a real project and verify dependencies</a:t>
            </a:r>
          </a:p>
        </p:txBody>
      </p:sp>
    </p:spTree>
    <p:extLst>
      <p:ext uri="{BB962C8B-B14F-4D97-AF65-F5344CB8AC3E}">
        <p14:creationId xmlns:p14="http://schemas.microsoft.com/office/powerpoint/2010/main" val="1906171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FF6C4-141D-40FB-873C-109F1FA2C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5B56BF-40AE-D8FF-FE52-382578FCF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Sharing, importing and</a:t>
            </a:r>
            <a:br>
              <a:rPr lang="en-US" dirty="0"/>
            </a:br>
            <a:r>
              <a:rPr lang="en-US" dirty="0"/>
              <a:t>exporting projects	</a:t>
            </a:r>
          </a:p>
        </p:txBody>
      </p:sp>
    </p:spTree>
    <p:extLst>
      <p:ext uri="{BB962C8B-B14F-4D97-AF65-F5344CB8AC3E}">
        <p14:creationId xmlns:p14="http://schemas.microsoft.com/office/powerpoint/2010/main" val="243549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AF9F56C-1608-4886-744E-A74DCA01B0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5451" y="4724400"/>
            <a:ext cx="11520000" cy="1600200"/>
          </a:xfrm>
        </p:spPr>
        <p:txBody>
          <a:bodyPr/>
          <a:lstStyle/>
          <a:p>
            <a:r>
              <a:rPr lang="en-US" sz="1600" b="1" dirty="0"/>
              <a:t>Do not include </a:t>
            </a:r>
            <a:r>
              <a:rPr lang="en-US" sz="1600" b="1" dirty="0" err="1"/>
              <a:t>mtb_shared</a:t>
            </a:r>
            <a:r>
              <a:rPr lang="en-US" sz="1600" b="1" dirty="0"/>
              <a:t>/ in archives.</a:t>
            </a:r>
            <a:r>
              <a:rPr lang="en-US" sz="1600" dirty="0"/>
              <a:t> </a:t>
            </a:r>
            <a:r>
              <a:rPr lang="en-US" sz="1600" dirty="0" err="1"/>
              <a:t>mtb_shared</a:t>
            </a:r>
            <a:r>
              <a:rPr lang="en-US" sz="1600" dirty="0"/>
              <a:t>/ is a workspace-level cache shared across all projects.</a:t>
            </a:r>
          </a:p>
          <a:p>
            <a:r>
              <a:rPr lang="en-US" sz="1600" dirty="0"/>
              <a:t>It contains every library version you've ever resolved, not just the ones your project uses. </a:t>
            </a:r>
          </a:p>
          <a:p>
            <a:r>
              <a:rPr lang="en-US" sz="1600" dirty="0"/>
              <a:t>Including it unnecessary files (often 200+ MB), creates confusion for the recipient, and may be overwritten anyway if the import process re-runs make </a:t>
            </a:r>
            <a:r>
              <a:rPr lang="en-US" sz="1600" dirty="0" err="1"/>
              <a:t>getlibs</a:t>
            </a:r>
            <a:r>
              <a:rPr lang="en-US" sz="1600" dirty="0"/>
              <a:t>. </a:t>
            </a:r>
          </a:p>
          <a:p>
            <a:r>
              <a:rPr lang="en-US" sz="1600" dirty="0"/>
              <a:t>Always let the recipient run make </a:t>
            </a:r>
            <a:r>
              <a:rPr lang="en-US" sz="1600" dirty="0" err="1"/>
              <a:t>getlibs</a:t>
            </a:r>
            <a:r>
              <a:rPr lang="en-US" sz="1600" dirty="0"/>
              <a:t> to get exactly what the project needs.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3AF0C9-9303-4693-B70D-F074E252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typical ways to share a project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F20B9C-3DEB-AC04-F923-B9AC1ECA1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048549"/>
              </p:ext>
            </p:extLst>
          </p:nvPr>
        </p:nvGraphicFramePr>
        <p:xfrm>
          <a:off x="334963" y="1219200"/>
          <a:ext cx="11520488" cy="325001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874837">
                  <a:extLst>
                    <a:ext uri="{9D8B030D-6E8A-4147-A177-3AD203B41FA5}">
                      <a16:colId xmlns:a16="http://schemas.microsoft.com/office/drawing/2014/main" val="2275970496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1805728526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1014884257"/>
                    </a:ext>
                  </a:extLst>
                </a:gridCol>
                <a:gridCol w="3321051">
                  <a:extLst>
                    <a:ext uri="{9D8B030D-6E8A-4147-A177-3AD203B41FA5}">
                      <a16:colId xmlns:a16="http://schemas.microsoft.com/office/drawing/2014/main" val="1151151884"/>
                    </a:ext>
                  </a:extLst>
                </a:gridCol>
              </a:tblGrid>
              <a:tr h="476335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Scenario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Method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What controls the outcome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Includes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effectLst/>
                        </a:rPr>
                        <a:t>mtb_shared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?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248407544"/>
                  </a:ext>
                </a:extLst>
              </a:tr>
              <a:tr h="76678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Git repo</a:t>
                      </a:r>
                      <a:b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(push/pull)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Cleanest for teams leveraging Git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.</a:t>
                      </a:r>
                      <a:r>
                        <a:rPr lang="en-US" sz="1600" b="1" dirty="0" err="1">
                          <a:solidFill>
                            <a:srgbClr val="222222"/>
                          </a:solidFill>
                          <a:effectLst/>
                        </a:rPr>
                        <a:t>gitignore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Defines what's tracked vs. excluded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No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Recipient runs </a:t>
                      </a: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make </a:t>
                      </a:r>
                      <a:r>
                        <a:rPr lang="en-US" sz="1600" b="1" dirty="0" err="1">
                          <a:solidFill>
                            <a:srgbClr val="222222"/>
                          </a:solidFill>
                          <a:effectLst/>
                        </a:rPr>
                        <a:t>getlibs</a:t>
                      </a:r>
                      <a:endParaRPr lang="en-US" sz="1600" b="1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182880"/>
                </a:tc>
                <a:extLst>
                  <a:ext uri="{0D108BD9-81ED-4DB2-BD59-A6C34878D82A}">
                    <a16:rowId xmlns:a16="http://schemas.microsoft.com/office/drawing/2014/main" val="3180609621"/>
                  </a:ext>
                </a:extLst>
              </a:tr>
              <a:tr h="76678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 err="1">
                          <a:solidFill>
                            <a:srgbClr val="222222"/>
                          </a:solidFill>
                          <a:effectLst/>
                        </a:rPr>
                        <a:t>mtbarchive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(CLI or GUI)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MTB-aware archive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Includes the right files, excludes generated artifacts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Built-in best practices, tool knows the MTB project structure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No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Recipient runs </a:t>
                      </a: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make </a:t>
                      </a:r>
                      <a:r>
                        <a:rPr lang="en-US" sz="1600" b="1" dirty="0" err="1">
                          <a:solidFill>
                            <a:srgbClr val="222222"/>
                          </a:solidFill>
                          <a:effectLst/>
                        </a:rPr>
                        <a:t>getlibs</a:t>
                      </a:r>
                      <a:endParaRPr lang="en-US" sz="1600" b="1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182880"/>
                </a:tc>
                <a:extLst>
                  <a:ext uri="{0D108BD9-81ED-4DB2-BD59-A6C34878D82A}">
                    <a16:rowId xmlns:a16="http://schemas.microsoft.com/office/drawing/2014/main" val="4022126115"/>
                  </a:ext>
                </a:extLst>
              </a:tr>
              <a:tr h="580897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IDE Export / manual ZIP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IDE "Export ModusToolbox™ Application" or zip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User's understanding of what to include — YMMV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No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See warning below</a:t>
                      </a:r>
                    </a:p>
                  </a:txBody>
                  <a:tcPr marL="182880" marR="182880" marT="91440" marB="182880"/>
                </a:tc>
                <a:extLst>
                  <a:ext uri="{0D108BD9-81ED-4DB2-BD59-A6C34878D82A}">
                    <a16:rowId xmlns:a16="http://schemas.microsoft.com/office/drawing/2014/main" val="3286744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9639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9887E3-12BF-6386-6838-AA191CEB32A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GUI version is accessible via</a:t>
            </a:r>
          </a:p>
          <a:p>
            <a:pPr lvl="1"/>
            <a:r>
              <a:rPr lang="en-US" dirty="0"/>
              <a:t>Eclipse IDE for ModusToolbox™ Quick Panel</a:t>
            </a:r>
          </a:p>
          <a:p>
            <a:pPr lvl="1"/>
            <a:r>
              <a:rPr lang="en-US" dirty="0"/>
              <a:t>VS Code ModusToolbox™ Assistant extension </a:t>
            </a:r>
          </a:p>
          <a:p>
            <a:pPr lvl="1"/>
            <a:r>
              <a:rPr lang="en-US" dirty="0"/>
              <a:t>ModusToolbox™ tools installation directory</a:t>
            </a:r>
          </a:p>
          <a:p>
            <a:pPr lvl="1"/>
            <a:endParaRPr lang="en-US" dirty="0"/>
          </a:p>
          <a:p>
            <a:r>
              <a:rPr lang="en-US" b="1" dirty="0"/>
              <a:t>CLI version available from Modus-Shell</a:t>
            </a:r>
          </a:p>
          <a:p>
            <a:pPr lvl="1"/>
            <a:r>
              <a:rPr lang="en-US" dirty="0" err="1">
                <a:solidFill>
                  <a:srgbClr val="0A8276"/>
                </a:solidFill>
                <a:latin typeface="Consolas" panose="020B0609020204030204" pitchFamily="49" charset="0"/>
              </a:rPr>
              <a:t>mtbarchive</a:t>
            </a:r>
            <a:r>
              <a:rPr lang="en-US" dirty="0">
                <a:solidFill>
                  <a:srgbClr val="0A8276"/>
                </a:solidFill>
                <a:latin typeface="Consolas" panose="020B0609020204030204" pitchFamily="49" charset="0"/>
              </a:rPr>
              <a:t> -o my_project_archive.zip -f &lt;project-folder&gt;</a:t>
            </a:r>
          </a:p>
          <a:p>
            <a:pPr lvl="1"/>
            <a:endParaRPr lang="en-US" dirty="0"/>
          </a:p>
          <a:p>
            <a:r>
              <a:rPr lang="en-US" b="1" dirty="0"/>
              <a:t>Why use it over a plain ZIP?</a:t>
            </a:r>
            <a:endParaRPr lang="en-US" dirty="0"/>
          </a:p>
          <a:p>
            <a:pPr lvl="1"/>
            <a:r>
              <a:rPr lang="en-US" dirty="0"/>
              <a:t>Knows which artifacts are generated vs. authored</a:t>
            </a:r>
            <a:br>
              <a:rPr lang="en-US" dirty="0"/>
            </a:br>
            <a:r>
              <a:rPr lang="en-US" dirty="0"/>
              <a:t>won't accidentally include 200 MB of libs/</a:t>
            </a:r>
          </a:p>
          <a:p>
            <a:pPr lvl="1"/>
            <a:r>
              <a:rPr lang="en-US" dirty="0"/>
              <a:t>Produces a clean archive that recipients can open with </a:t>
            </a:r>
            <a:br>
              <a:rPr lang="en-US" dirty="0"/>
            </a:br>
            <a:r>
              <a:rPr lang="en-US" dirty="0"/>
              <a:t>make </a:t>
            </a:r>
            <a:r>
              <a:rPr lang="en-US" dirty="0" err="1"/>
              <a:t>getlibs</a:t>
            </a:r>
            <a:r>
              <a:rPr lang="en-US" dirty="0"/>
              <a:t> → make build</a:t>
            </a:r>
          </a:p>
          <a:p>
            <a:pPr lvl="1"/>
            <a:r>
              <a:rPr lang="en-US" dirty="0"/>
              <a:t>Ideal for support tickets, customer handoff, </a:t>
            </a:r>
            <a:br>
              <a:rPr lang="en-US" dirty="0"/>
            </a:br>
            <a:r>
              <a:rPr lang="en-US" dirty="0"/>
              <a:t>email/USB sharing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E35380-6B5D-D282-43FE-D0F95FEA7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ModusToolbox Archiving and Sharing Utility - </a:t>
            </a:r>
            <a:r>
              <a:rPr lang="en-US" dirty="0" err="1"/>
              <a:t>mtbarchive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E6DBB1-415C-4E29-E677-57464FC27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3657600"/>
            <a:ext cx="4850185" cy="2506088"/>
          </a:xfrm>
          <a:prstGeom prst="roundRect">
            <a:avLst>
              <a:gd name="adj" fmla="val 2794"/>
            </a:avLst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3192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1FABDCF-AEA1-3FDB-8C9F-4974E520590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68004042"/>
              </p:ext>
            </p:extLst>
          </p:nvPr>
        </p:nvGraphicFramePr>
        <p:xfrm>
          <a:off x="354807" y="1307641"/>
          <a:ext cx="11287143" cy="1550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456FD09-CCB0-1A39-6807-42DEB592B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82" y="188720"/>
            <a:ext cx="9613068" cy="720000"/>
          </a:xfrm>
        </p:spPr>
        <p:txBody>
          <a:bodyPr/>
          <a:lstStyle/>
          <a:p>
            <a:r>
              <a:rPr lang="en-US" dirty="0"/>
              <a:t>Saving and sharing your work with git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A0412E-618D-88F7-D796-57D569871B9B}"/>
              </a:ext>
            </a:extLst>
          </p:cNvPr>
          <p:cNvSpPr txBox="1"/>
          <p:nvPr/>
        </p:nvSpPr>
        <p:spPr bwMode="auto">
          <a:xfrm>
            <a:off x="6841350" y="3419475"/>
            <a:ext cx="4800600" cy="2985433"/>
          </a:xfrm>
          <a:prstGeom prst="rect">
            <a:avLst/>
          </a:prstGeom>
          <a:noFill/>
          <a:ln w="28575">
            <a:solidFill>
              <a:srgbClr val="0A8276"/>
            </a:solidFill>
            <a:miter lim="800000"/>
            <a:headEnd/>
            <a:tailEnd/>
          </a:ln>
          <a:effectLst/>
        </p:spPr>
        <p:txBody>
          <a:bodyPr wrap="square" lIns="91440" tIns="91440" rIns="91440" bIns="91440" rtlCol="0" anchor="t" anchorCtr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Check what's changed</a:t>
            </a:r>
          </a:p>
          <a:p>
            <a:r>
              <a:rPr 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git</a:t>
            </a:r>
            <a:r>
              <a:rPr lang="en-US" sz="1200" b="1" dirty="0">
                <a:latin typeface="Consolas" panose="020B0609020204030204" pitchFamily="49" charset="0"/>
              </a:rPr>
              <a:t> status</a:t>
            </a: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Stage specific files (or all changes)</a:t>
            </a:r>
          </a:p>
          <a:p>
            <a:r>
              <a:rPr 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git add </a:t>
            </a:r>
            <a:r>
              <a:rPr lang="en-US" sz="1200" b="1" dirty="0">
                <a:latin typeface="Consolas" panose="020B0609020204030204" pitchFamily="49" charset="0"/>
              </a:rPr>
              <a:t>&lt;file&gt;</a:t>
            </a:r>
          </a:p>
          <a:p>
            <a:r>
              <a:rPr 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git add </a:t>
            </a:r>
            <a:r>
              <a:rPr lang="en-US" sz="1200" b="1" dirty="0">
                <a:latin typeface="Consolas" panose="020B0609020204030204" pitchFamily="49" charset="0"/>
              </a:rPr>
              <a:t>.</a:t>
            </a: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Commit with a descriptive message</a:t>
            </a:r>
          </a:p>
          <a:p>
            <a:r>
              <a:rPr 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git commit </a:t>
            </a:r>
            <a:r>
              <a:rPr lang="en-US" sz="1200" b="1" dirty="0">
                <a:latin typeface="Consolas" panose="020B0609020204030204" pitchFamily="49" charset="0"/>
              </a:rPr>
              <a:t>-m "Add UART debug output to main loop"</a:t>
            </a: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Push to remote repository</a:t>
            </a:r>
          </a:p>
          <a:p>
            <a:r>
              <a:rPr 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git push </a:t>
            </a:r>
            <a:r>
              <a:rPr lang="en-US" sz="1200" b="1" dirty="0">
                <a:latin typeface="Consolas" panose="020B0609020204030204" pitchFamily="49" charset="0"/>
              </a:rPr>
              <a:t>origin main</a:t>
            </a: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# Pull latest changes from remote</a:t>
            </a:r>
          </a:p>
          <a:p>
            <a:r>
              <a:rPr lang="en-US" sz="1200" b="1" dirty="0">
                <a:solidFill>
                  <a:schemeClr val="tx2"/>
                </a:solidFill>
                <a:latin typeface="Consolas" panose="020B0609020204030204" pitchFamily="49" charset="0"/>
              </a:rPr>
              <a:t>git pull </a:t>
            </a:r>
            <a:r>
              <a:rPr lang="en-US" sz="1200" b="1" dirty="0">
                <a:latin typeface="Consolas" panose="020B0609020204030204" pitchFamily="49" charset="0"/>
              </a:rPr>
              <a:t>origin main</a:t>
            </a:r>
            <a:endParaRPr lang="en-US" sz="1600" b="1" kern="0" baseline="0" dirty="0">
              <a:latin typeface="Consolas" panose="020B06090202040302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AE4063A-73E9-DB16-5481-0F2D6A6B80D5}"/>
              </a:ext>
            </a:extLst>
          </p:cNvPr>
          <p:cNvGrpSpPr/>
          <p:nvPr/>
        </p:nvGrpSpPr>
        <p:grpSpPr>
          <a:xfrm rot="10800000">
            <a:off x="8764597" y="2115677"/>
            <a:ext cx="459763" cy="537836"/>
            <a:chOff x="8462877" y="506575"/>
            <a:chExt cx="459763" cy="537836"/>
          </a:xfrm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2196D1AA-EAEF-DD2E-031E-C68E6C437BED}"/>
                </a:ext>
              </a:extLst>
            </p:cNvPr>
            <p:cNvSpPr/>
            <p:nvPr/>
          </p:nvSpPr>
          <p:spPr>
            <a:xfrm>
              <a:off x="8462877" y="506575"/>
              <a:ext cx="459763" cy="537836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Arrow: Right 4">
              <a:extLst>
                <a:ext uri="{FF2B5EF4-FFF2-40B4-BE49-F238E27FC236}">
                  <a16:creationId xmlns:a16="http://schemas.microsoft.com/office/drawing/2014/main" id="{E9CDDEA5-9973-DCB0-8409-D0C717F07A91}"/>
                </a:ext>
              </a:extLst>
            </p:cNvPr>
            <p:cNvSpPr txBox="1"/>
            <p:nvPr/>
          </p:nvSpPr>
          <p:spPr>
            <a:xfrm>
              <a:off x="8462877" y="614142"/>
              <a:ext cx="321834" cy="3227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kern="120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73C4F1D-CFD3-15D9-BC9D-5DD14AABBD50}"/>
              </a:ext>
            </a:extLst>
          </p:cNvPr>
          <p:cNvSpPr txBox="1"/>
          <p:nvPr/>
        </p:nvSpPr>
        <p:spPr bwMode="auto">
          <a:xfrm>
            <a:off x="2466173" y="2746122"/>
            <a:ext cx="990600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baseline="0" dirty="0">
                <a:solidFill>
                  <a:srgbClr val="575352"/>
                </a:solidFill>
                <a:latin typeface="+mn-lt"/>
                <a:ea typeface="+mn-ea"/>
                <a:cs typeface="+mn-cs"/>
              </a:rPr>
              <a:t>git add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571F72-7AB3-597E-39EE-E993B48F8499}"/>
              </a:ext>
            </a:extLst>
          </p:cNvPr>
          <p:cNvSpPr txBox="1"/>
          <p:nvPr/>
        </p:nvSpPr>
        <p:spPr bwMode="auto">
          <a:xfrm>
            <a:off x="5368343" y="2746122"/>
            <a:ext cx="1260069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baseline="0" dirty="0">
                <a:solidFill>
                  <a:srgbClr val="575352"/>
                </a:solidFill>
                <a:latin typeface="+mn-lt"/>
                <a:ea typeface="+mn-ea"/>
                <a:cs typeface="+mn-cs"/>
              </a:rPr>
              <a:t>git commit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4A343-69A0-29D0-6327-7D531E967B17}"/>
              </a:ext>
            </a:extLst>
          </p:cNvPr>
          <p:cNvSpPr txBox="1"/>
          <p:nvPr/>
        </p:nvSpPr>
        <p:spPr bwMode="auto">
          <a:xfrm>
            <a:off x="8364443" y="2746122"/>
            <a:ext cx="1260069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baseline="0" dirty="0">
                <a:solidFill>
                  <a:srgbClr val="575352"/>
                </a:solidFill>
                <a:latin typeface="+mn-lt"/>
                <a:ea typeface="+mn-ea"/>
                <a:cs typeface="+mn-cs"/>
              </a:rPr>
              <a:t>git pull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04D1D-FA10-3255-E922-3ADDBFF0B533}"/>
              </a:ext>
            </a:extLst>
          </p:cNvPr>
          <p:cNvSpPr txBox="1"/>
          <p:nvPr/>
        </p:nvSpPr>
        <p:spPr bwMode="auto">
          <a:xfrm>
            <a:off x="8364443" y="1066800"/>
            <a:ext cx="1260069" cy="301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rtlCol="0" anchor="t" anchorCtr="0">
            <a:spAutoFit/>
          </a:bodyPr>
          <a:lstStyle/>
          <a:p>
            <a:pPr marR="0" algn="ctr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r>
              <a:rPr lang="en-US" sz="1800" b="1" kern="0" baseline="0" dirty="0">
                <a:solidFill>
                  <a:srgbClr val="575352"/>
                </a:solidFill>
                <a:latin typeface="+mn-lt"/>
                <a:ea typeface="+mn-ea"/>
                <a:cs typeface="+mn-cs"/>
              </a:rPr>
              <a:t>git push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6A30405-0C40-754B-E405-F6B74D47A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122527"/>
              </p:ext>
            </p:extLst>
          </p:nvPr>
        </p:nvGraphicFramePr>
        <p:xfrm>
          <a:off x="373857" y="3683069"/>
          <a:ext cx="5837238" cy="2458244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2918619">
                  <a:extLst>
                    <a:ext uri="{9D8B030D-6E8A-4147-A177-3AD203B41FA5}">
                      <a16:colId xmlns:a16="http://schemas.microsoft.com/office/drawing/2014/main" val="3098836410"/>
                    </a:ext>
                  </a:extLst>
                </a:gridCol>
                <a:gridCol w="2918619">
                  <a:extLst>
                    <a:ext uri="{9D8B030D-6E8A-4147-A177-3AD203B41FA5}">
                      <a16:colId xmlns:a16="http://schemas.microsoft.com/office/drawing/2014/main" val="3984036237"/>
                    </a:ext>
                  </a:extLst>
                </a:gridCol>
              </a:tblGrid>
              <a:tr h="44656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Best Practices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Why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811482529"/>
                  </a:ext>
                </a:extLst>
              </a:tr>
              <a:tr h="44656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effectLst/>
                        </a:rPr>
                        <a:t>Commit often, in small logical chunks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  <a:effectLst/>
                        </a:rPr>
                        <a:t>Easier to review, revert, and bisect issues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599707302"/>
                  </a:ext>
                </a:extLst>
              </a:tr>
              <a:tr h="44656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effectLst/>
                        </a:rPr>
                        <a:t>Write descriptive commit messages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  <a:effectLst/>
                        </a:rPr>
                        <a:t>Future-you (and teammates) will thank you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631000657"/>
                  </a:ext>
                </a:extLst>
              </a:tr>
              <a:tr h="44656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effectLst/>
                        </a:rPr>
                        <a:t>Always make build before committing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effectLst/>
                        </a:rPr>
                        <a:t>Don't push broken code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039418569"/>
                  </a:ext>
                </a:extLst>
              </a:tr>
              <a:tr h="44656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>
                          <a:solidFill>
                            <a:srgbClr val="222222"/>
                          </a:solidFill>
                          <a:effectLst/>
                        </a:rPr>
                        <a:t>Review git status before committing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effectLst/>
                        </a:rPr>
                        <a:t>Catch unintended files (e.g., build/ artifacts)</a:t>
                      </a: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158135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814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AD5167-3266-7287-9D25-8B59FC4EE368}"/>
              </a:ext>
            </a:extLst>
          </p:cNvPr>
          <p:cNvSpPr/>
          <p:nvPr/>
        </p:nvSpPr>
        <p:spPr bwMode="auto">
          <a:xfrm>
            <a:off x="404020" y="1143000"/>
            <a:ext cx="5410200" cy="42672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BF5A46-E26D-6917-AA5E-D35E231DD27D}"/>
              </a:ext>
            </a:extLst>
          </p:cNvPr>
          <p:cNvSpPr/>
          <p:nvPr/>
        </p:nvSpPr>
        <p:spPr bwMode="auto">
          <a:xfrm>
            <a:off x="5959080" y="1143000"/>
            <a:ext cx="5798740" cy="42672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0A8276"/>
            </a:solidFill>
            <a:miter lim="800000"/>
            <a:headEnd/>
            <a:tailEnd/>
          </a:ln>
        </p:spPr>
        <p:txBody>
          <a:bodyPr wrap="square" lIns="72000" tIns="72000" rIns="72000" bIns="72000" rtlCol="0" anchor="ctr"/>
          <a:lstStyle/>
          <a:p>
            <a:pPr algn="ctr" defTabSz="576000" eaLnBrk="0" hangingPunct="0">
              <a:lnSpc>
                <a:spcPct val="120000"/>
              </a:lnSpc>
            </a:pPr>
            <a:endParaRPr lang="en-US" sz="1600" baseline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64E15A-31CA-60CA-6F1B-D291C9936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a shared project into your IDE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CBD4C30C-CB85-C175-DC51-2C62556E1F27}"/>
              </a:ext>
            </a:extLst>
          </p:cNvPr>
          <p:cNvSpPr txBox="1">
            <a:spLocks/>
          </p:cNvSpPr>
          <p:nvPr/>
        </p:nvSpPr>
        <p:spPr>
          <a:xfrm>
            <a:off x="510780" y="1371600"/>
            <a:ext cx="4770040" cy="3374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2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6pPr>
            <a:lvl7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Aft>
                <a:spcPts val="600"/>
              </a:spcAft>
              <a:buClr>
                <a:schemeClr val="bg1"/>
              </a:buClr>
            </a:pPr>
            <a:r>
              <a:rPr lang="en-US" b="1" dirty="0">
                <a:solidFill>
                  <a:schemeClr val="bg1"/>
                </a:solidFill>
              </a:rPr>
              <a:t>Eclipse IDE for ModusToolbox™: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spcAft>
                <a:spcPts val="600"/>
              </a:spcAft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Clone or copy the project into your desired </a:t>
            </a:r>
            <a:r>
              <a:rPr lang="en-US" b="1" dirty="0">
                <a:solidFill>
                  <a:schemeClr val="bg1"/>
                </a:solidFill>
              </a:rPr>
              <a:t>workspace folder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spcAft>
                <a:spcPts val="600"/>
              </a:spcAft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Launch Eclipse IDE and set the workspace to the project's </a:t>
            </a:r>
            <a:r>
              <a:rPr lang="en-US" b="1" dirty="0">
                <a:solidFill>
                  <a:schemeClr val="bg1"/>
                </a:solidFill>
              </a:rPr>
              <a:t>parent folder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spcAft>
                <a:spcPts val="600"/>
              </a:spcAft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From the </a:t>
            </a:r>
            <a:r>
              <a:rPr lang="en-US" b="1" dirty="0">
                <a:solidFill>
                  <a:schemeClr val="bg1"/>
                </a:solidFill>
              </a:rPr>
              <a:t>Quick Panel</a:t>
            </a:r>
            <a:r>
              <a:rPr lang="en-US" dirty="0">
                <a:solidFill>
                  <a:schemeClr val="bg1"/>
                </a:solidFill>
              </a:rPr>
              <a:t> → click 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Import Existing Application In-Place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spcAft>
                <a:spcPts val="600"/>
              </a:spcAft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Select the project folder → Eclipse registers it as a managed MTB project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2E3F14A8-FA7D-04C9-45EE-1DCF675DC829}"/>
              </a:ext>
            </a:extLst>
          </p:cNvPr>
          <p:cNvSpPr txBox="1">
            <a:spLocks/>
          </p:cNvSpPr>
          <p:nvPr/>
        </p:nvSpPr>
        <p:spPr>
          <a:xfrm>
            <a:off x="6042820" y="1371600"/>
            <a:ext cx="5715000" cy="4038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2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6pPr>
            <a:lvl7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b="1" dirty="0"/>
              <a:t>VS Code (with ModusToolbox™ extension):</a:t>
            </a:r>
            <a:endParaRPr lang="en-US" dirty="0"/>
          </a:p>
          <a:p>
            <a:pPr lvl="1">
              <a:spcAft>
                <a:spcPts val="600"/>
              </a:spcAft>
            </a:pPr>
            <a:r>
              <a:rPr lang="en-US" dirty="0"/>
              <a:t>Clone or copy the project to the desired location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Open VS Code → </a:t>
            </a:r>
            <a:r>
              <a:rPr lang="en-US" b="1" dirty="0"/>
              <a:t>File → Open Folder...</a:t>
            </a:r>
            <a:r>
              <a:rPr lang="en-US" dirty="0"/>
              <a:t> → select the project folder</a:t>
            </a:r>
            <a:br>
              <a:rPr lang="en-US" dirty="0"/>
            </a:br>
            <a:endParaRPr lang="en-US" dirty="0"/>
          </a:p>
          <a:p>
            <a:pPr>
              <a:spcAft>
                <a:spcPts val="600"/>
              </a:spcAft>
            </a:pPr>
            <a:r>
              <a:rPr lang="en-US" b="1" dirty="0"/>
              <a:t>VS Code (without ModusToolbox™ extension):</a:t>
            </a:r>
            <a:endParaRPr lang="en-US" dirty="0"/>
          </a:p>
          <a:p>
            <a:pPr lvl="1">
              <a:spcAft>
                <a:spcPts val="600"/>
              </a:spcAft>
            </a:pPr>
            <a:r>
              <a:rPr lang="en-US" dirty="0"/>
              <a:t>Clone or copy the project to the desired location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Open Modus-Shell, navigate to the project folder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Run </a:t>
            </a:r>
            <a:r>
              <a:rPr lang="en-US" b="1" dirty="0"/>
              <a:t>make </a:t>
            </a:r>
            <a:r>
              <a:rPr lang="en-US" b="1" dirty="0" err="1"/>
              <a:t>vscode</a:t>
            </a:r>
            <a:r>
              <a:rPr lang="en-US" b="1" dirty="0"/>
              <a:t> </a:t>
            </a:r>
            <a:r>
              <a:rPr lang="en-US" dirty="0"/>
              <a:t>— generates .</a:t>
            </a:r>
            <a:r>
              <a:rPr lang="en-US" dirty="0" err="1"/>
              <a:t>vscode</a:t>
            </a:r>
            <a:r>
              <a:rPr lang="en-US" dirty="0"/>
              <a:t>/ settings and a .code-workspace file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Open the generated .code-workspace file in VS Code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AB13771-DAA2-EEA2-3E28-1FAB85386897}"/>
              </a:ext>
            </a:extLst>
          </p:cNvPr>
          <p:cNvSpPr txBox="1">
            <a:spLocks/>
          </p:cNvSpPr>
          <p:nvPr/>
        </p:nvSpPr>
        <p:spPr>
          <a:xfrm>
            <a:off x="457200" y="5709317"/>
            <a:ext cx="11520000" cy="5111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2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8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6pPr>
            <a:lvl7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IAR / µVision:</a:t>
            </a:r>
            <a:r>
              <a:rPr lang="en-US" sz="1600" dirty="0"/>
              <a:t> Refer to the respective user guides, similar import-in-place workflow applies. </a:t>
            </a:r>
            <a:br>
              <a:rPr lang="en-US" sz="1600" dirty="0"/>
            </a:br>
            <a:r>
              <a:rPr lang="en-US" sz="1600" dirty="0"/>
              <a:t>Use </a:t>
            </a:r>
            <a:r>
              <a:rPr lang="en-US" sz="1600" b="1" dirty="0"/>
              <a:t>make ewarm8 </a:t>
            </a:r>
            <a:r>
              <a:rPr lang="en-US" sz="1600" dirty="0"/>
              <a:t>or </a:t>
            </a:r>
            <a:r>
              <a:rPr lang="en-US" sz="1600" b="1" dirty="0"/>
              <a:t>make uvision5 </a:t>
            </a:r>
            <a:r>
              <a:rPr lang="en-US" sz="1600" dirty="0"/>
              <a:t>from Modus-Shell to generate IDE project files.</a:t>
            </a:r>
            <a:endParaRPr lang="en-US" sz="1600" kern="0" dirty="0"/>
          </a:p>
        </p:txBody>
      </p:sp>
    </p:spTree>
    <p:extLst>
      <p:ext uri="{BB962C8B-B14F-4D97-AF65-F5344CB8AC3E}">
        <p14:creationId xmlns:p14="http://schemas.microsoft.com/office/powerpoint/2010/main" val="902554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37682-5FAF-1A32-CAD7-9B3032F6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9AA20A1-0C83-C13D-1F2D-E100563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2134800"/>
            <a:ext cx="8137525" cy="2361000"/>
          </a:xfrm>
        </p:spPr>
        <p:txBody>
          <a:bodyPr anchor="t"/>
          <a:lstStyle/>
          <a:p>
            <a:r>
              <a:rPr lang="en-US" dirty="0"/>
              <a:t>Demo / Exercise</a:t>
            </a:r>
            <a:br>
              <a:rPr lang="en-US" dirty="0"/>
            </a:br>
            <a:r>
              <a:rPr lang="en-US" sz="3200" b="0" dirty="0"/>
              <a:t>IDE import and archive / sharing export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52908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D45C7AF-9546-0278-45AD-804B6D4E5BF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147141866"/>
              </p:ext>
            </p:extLst>
          </p:nvPr>
        </p:nvGraphicFramePr>
        <p:xfrm>
          <a:off x="334963" y="1562100"/>
          <a:ext cx="11520486" cy="37338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808037">
                  <a:extLst>
                    <a:ext uri="{9D8B030D-6E8A-4147-A177-3AD203B41FA5}">
                      <a16:colId xmlns:a16="http://schemas.microsoft.com/office/drawing/2014/main" val="2671743513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1029622647"/>
                    </a:ext>
                  </a:extLst>
                </a:gridCol>
                <a:gridCol w="4845049">
                  <a:extLst>
                    <a:ext uri="{9D8B030D-6E8A-4147-A177-3AD203B41FA5}">
                      <a16:colId xmlns:a16="http://schemas.microsoft.com/office/drawing/2014/main" val="873793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Step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Action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442702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1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Launch </a:t>
                      </a:r>
                      <a:r>
                        <a:rPr lang="en-US" b="1" dirty="0">
                          <a:solidFill>
                            <a:srgbClr val="222222"/>
                          </a:solidFill>
                          <a:effectLst/>
                        </a:rPr>
                        <a:t>ModusToolbox™ Eclipse IDE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When prompted for workspace, set to C:/MTB_Training</a:t>
                      </a:r>
                      <a:endParaRPr lang="en-US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extLst>
                  <a:ext uri="{0D108BD9-81ED-4DB2-BD59-A6C34878D82A}">
                    <a16:rowId xmlns:a16="http://schemas.microsoft.com/office/drawing/2014/main" val="3029956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  <a:endParaRPr lang="en-US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From the </a:t>
                      </a:r>
                      <a:r>
                        <a:rPr lang="en-US" b="1" dirty="0">
                          <a:solidFill>
                            <a:srgbClr val="222222"/>
                          </a:solidFill>
                          <a:effectLst/>
                        </a:rPr>
                        <a:t>Quick Panel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 → </a:t>
                      </a:r>
                      <a:r>
                        <a:rPr lang="en-US" b="1" dirty="0">
                          <a:solidFill>
                            <a:srgbClr val="222222"/>
                          </a:solidFill>
                          <a:effectLst/>
                        </a:rPr>
                        <a:t>Import ModusToolbox™ Application In-Place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Select mtb-training-blinky folder</a:t>
                      </a:r>
                      <a:endParaRPr lang="en-US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extLst>
                  <a:ext uri="{0D108BD9-81ED-4DB2-BD59-A6C34878D82A}">
                    <a16:rowId xmlns:a16="http://schemas.microsoft.com/office/drawing/2014/main" val="200662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3</a:t>
                      </a:r>
                      <a:endParaRPr lang="en-US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Project appears in Eclipse Project Explorer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Source files, BSP, and dependencies visible</a:t>
                      </a:r>
                      <a:endParaRPr lang="en-US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extLst>
                  <a:ext uri="{0D108BD9-81ED-4DB2-BD59-A6C34878D82A}">
                    <a16:rowId xmlns:a16="http://schemas.microsoft.com/office/drawing/2014/main" val="3748736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4</a:t>
                      </a:r>
                      <a:endParaRPr lang="en-US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Build from Eclipse (Quick Panel → </a:t>
                      </a:r>
                      <a:r>
                        <a:rPr lang="en-US" b="1" dirty="0">
                          <a:solidFill>
                            <a:srgbClr val="222222"/>
                          </a:solidFill>
                          <a:effectLst/>
                        </a:rPr>
                        <a:t>Build Application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)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Confirm the project builds successfully in the IDE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extLst>
                  <a:ext uri="{0D108BD9-81ED-4DB2-BD59-A6C34878D82A}">
                    <a16:rowId xmlns:a16="http://schemas.microsoft.com/office/drawing/2014/main" val="2201572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</a:rPr>
                        <a:t>5</a:t>
                      </a:r>
                      <a:endParaRPr lang="en-US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From Quick Panel → Tools section → launch </a:t>
                      </a:r>
                      <a:b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b="1" dirty="0">
                          <a:solidFill>
                            <a:srgbClr val="222222"/>
                          </a:solidFill>
                          <a:effectLst/>
                        </a:rPr>
                        <a:t>ModusToolbox™ archiving and sharing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 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</a:rPr>
                        <a:t>GUI opens with project pre-selected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76200" marT="91440" marB="91440"/>
                </a:tc>
                <a:extLst>
                  <a:ext uri="{0D108BD9-81ED-4DB2-BD59-A6C34878D82A}">
                    <a16:rowId xmlns:a16="http://schemas.microsoft.com/office/drawing/2014/main" val="2647339287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E65F0EF0-63BA-EC3C-5054-D41C64D67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- IDE import and archive / sharing export</a:t>
            </a:r>
          </a:p>
        </p:txBody>
      </p:sp>
    </p:spTree>
    <p:extLst>
      <p:ext uri="{BB962C8B-B14F-4D97-AF65-F5344CB8AC3E}">
        <p14:creationId xmlns:p14="http://schemas.microsoft.com/office/powerpoint/2010/main" val="578330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6E19F-5FAB-E742-F43C-167028D97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F347D8-21ED-96AB-C753-F5A45FF0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</a:t>
            </a:r>
            <a:br>
              <a:rPr lang="en-US" dirty="0"/>
            </a:br>
            <a:r>
              <a:rPr lang="en-US" dirty="0"/>
              <a:t>ModusToolbox™ BSP concept	</a:t>
            </a:r>
          </a:p>
        </p:txBody>
      </p:sp>
    </p:spTree>
    <p:extLst>
      <p:ext uri="{BB962C8B-B14F-4D97-AF65-F5344CB8AC3E}">
        <p14:creationId xmlns:p14="http://schemas.microsoft.com/office/powerpoint/2010/main" val="685938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5F01A-9EF9-C3E1-8D84-433AE1EB98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89786" y="1268414"/>
            <a:ext cx="4565014" cy="5113337"/>
          </a:xfrm>
        </p:spPr>
        <p:txBody>
          <a:bodyPr/>
          <a:lstStyle/>
          <a:p>
            <a:r>
              <a:rPr lang="en-US" b="1" dirty="0"/>
              <a:t>The BSP answers three questions:</a:t>
            </a:r>
            <a:br>
              <a:rPr lang="en-US" b="1" dirty="0"/>
            </a:br>
            <a:endParaRPr lang="en-US" dirty="0"/>
          </a:p>
          <a:p>
            <a:pPr lvl="1"/>
            <a:r>
              <a:rPr lang="en-US" b="1" dirty="0"/>
              <a:t>Which chip</a:t>
            </a:r>
            <a:r>
              <a:rPr lang="en-US" dirty="0"/>
              <a:t> — device ID, core type, flash/RAM sizes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How is it wired</a:t>
            </a:r>
            <a:r>
              <a:rPr lang="en-US" dirty="0"/>
              <a:t> — pin assignments, crystal frequencies, debug interface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How does it boot</a:t>
            </a:r>
            <a:r>
              <a:rPr lang="en-US" dirty="0"/>
              <a:t> — startup code, linker scripts, memory map</a:t>
            </a:r>
          </a:p>
          <a:p>
            <a:endParaRPr lang="en-US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50800C6-5AE9-FBA0-B0A4-57247CF4E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What is a ModusToolbox™ BSP?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007A0F2-3956-D16F-0331-2ADDD7E4A279}"/>
              </a:ext>
            </a:extLst>
          </p:cNvPr>
          <p:cNvGrpSpPr/>
          <p:nvPr/>
        </p:nvGrpSpPr>
        <p:grpSpPr>
          <a:xfrm>
            <a:off x="306785" y="1239839"/>
            <a:ext cx="7086601" cy="5111998"/>
            <a:chOff x="533400" y="1269085"/>
            <a:chExt cx="7086601" cy="5111998"/>
          </a:xfrm>
        </p:grpSpPr>
        <p:sp>
          <p:nvSpPr>
            <p:cNvPr id="7" name="Chevron 6">
              <a:extLst>
                <a:ext uri="{FF2B5EF4-FFF2-40B4-BE49-F238E27FC236}">
                  <a16:creationId xmlns:a16="http://schemas.microsoft.com/office/drawing/2014/main" id="{08AF3F57-F3FB-1B01-DBF4-1FAE412F3822}"/>
                </a:ext>
              </a:extLst>
            </p:cNvPr>
            <p:cNvSpPr/>
            <p:nvPr/>
          </p:nvSpPr>
          <p:spPr>
            <a:xfrm rot="5400000">
              <a:off x="3034374" y="4311034"/>
              <a:ext cx="1626475" cy="2513623"/>
            </a:xfrm>
            <a:prstGeom prst="chevron">
              <a:avLst>
                <a:gd name="adj" fmla="val 20758"/>
              </a:avLst>
            </a:prstGeom>
            <a:solidFill>
              <a:schemeClr val="tx2"/>
            </a:solidFill>
            <a:ln w="381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270" lIns="216000" tIns="72000" rIns="72000" bIns="72000" rtlCol="0" anchor="t" anchorCtr="0"/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</a:rPr>
                <a:t>Silicon (MCU)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sp>
          <p:nvSpPr>
            <p:cNvPr id="9" name="Chevron 21">
              <a:extLst>
                <a:ext uri="{FF2B5EF4-FFF2-40B4-BE49-F238E27FC236}">
                  <a16:creationId xmlns:a16="http://schemas.microsoft.com/office/drawing/2014/main" id="{F5FA16DA-303A-1E2B-5BD5-11025D05B027}"/>
                </a:ext>
              </a:extLst>
            </p:cNvPr>
            <p:cNvSpPr/>
            <p:nvPr/>
          </p:nvSpPr>
          <p:spPr>
            <a:xfrm rot="5400000">
              <a:off x="3034373" y="1787967"/>
              <a:ext cx="1626476" cy="2513623"/>
            </a:xfrm>
            <a:prstGeom prst="chevron">
              <a:avLst>
                <a:gd name="adj" fmla="val 20758"/>
              </a:avLst>
            </a:prstGeom>
            <a:solidFill>
              <a:srgbClr val="6CB4AD"/>
            </a:solidFill>
            <a:ln w="381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270" lIns="216000" tIns="72000" rIns="72000" bIns="72000" rtlCol="0" anchor="t" anchorCtr="0"/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</a:rPr>
                <a:t>Middleware / Peripheral Drivers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  <p:sp>
          <p:nvSpPr>
            <p:cNvPr id="10" name="Pentagon 3">
              <a:extLst>
                <a:ext uri="{FF2B5EF4-FFF2-40B4-BE49-F238E27FC236}">
                  <a16:creationId xmlns:a16="http://schemas.microsoft.com/office/drawing/2014/main" id="{60523A9E-0BEE-292D-3F6F-CFDF9F186134}"/>
                </a:ext>
              </a:extLst>
            </p:cNvPr>
            <p:cNvSpPr/>
            <p:nvPr/>
          </p:nvSpPr>
          <p:spPr>
            <a:xfrm rot="5400000">
              <a:off x="3164166" y="695718"/>
              <a:ext cx="1366890" cy="2513623"/>
            </a:xfrm>
            <a:prstGeom prst="homePlate">
              <a:avLst>
                <a:gd name="adj" fmla="val 22102"/>
              </a:avLst>
            </a:prstGeom>
            <a:solidFill>
              <a:srgbClr val="B8DEDA"/>
            </a:solidFill>
            <a:ln w="3810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270" lIns="216000" tIns="72000" rIns="72000" bIns="72000" rtlCol="0" anchor="ctr" anchorCtr="0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</a:rPr>
                <a:t>Your Application Code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">
              <a:extLst>
                <a:ext uri="{FF2B5EF4-FFF2-40B4-BE49-F238E27FC236}">
                  <a16:creationId xmlns:a16="http://schemas.microsoft.com/office/drawing/2014/main" id="{E14F5E71-71CB-2F2E-757F-85B551B04AFB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 bwMode="auto">
            <a:xfrm>
              <a:off x="5306630" y="2598311"/>
              <a:ext cx="1780949" cy="751809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216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sz="1800" baseline="0">
                  <a:latin typeface="+mn-lt"/>
                </a:defRPr>
              </a:lvl1pPr>
              <a:lvl2pPr marL="432000" lvl="1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sz="1600">
                  <a:latin typeface="+mn-lt"/>
                </a:defRPr>
              </a:lvl2pPr>
              <a:lvl3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3pPr>
              <a:lvl4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4pPr>
              <a:lvl5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5pPr>
              <a:lvl6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6pPr>
              <a:lvl7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7pPr>
              <a:lvl8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8pPr>
              <a:lvl9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9pPr>
            </a:lstStyle>
            <a:p>
              <a:pPr marL="0" indent="0">
                <a:buNone/>
              </a:pPr>
              <a:r>
                <a:rPr lang="en-US" b="1" dirty="0"/>
                <a:t>Device-family API layer</a:t>
              </a:r>
            </a:p>
          </p:txBody>
        </p:sp>
        <p:sp>
          <p:nvSpPr>
            <p:cNvPr id="33" name="TextBox">
              <a:extLst>
                <a:ext uri="{FF2B5EF4-FFF2-40B4-BE49-F238E27FC236}">
                  <a16:creationId xmlns:a16="http://schemas.microsoft.com/office/drawing/2014/main" id="{0E728898-06A3-C9EE-C7F5-E625E5E435CE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 bwMode="auto">
            <a:xfrm>
              <a:off x="5306631" y="5081895"/>
              <a:ext cx="2313370" cy="751809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216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sz="1800" baseline="0">
                  <a:latin typeface="+mn-lt"/>
                </a:defRPr>
              </a:lvl1pPr>
              <a:lvl2pPr marL="432000" lvl="1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sz="1600">
                  <a:latin typeface="+mn-lt"/>
                </a:defRPr>
              </a:lvl2pPr>
              <a:lvl3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3pPr>
              <a:lvl4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4pPr>
              <a:lvl5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5pPr>
              <a:lvl6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6pPr>
              <a:lvl7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7pPr>
              <a:lvl8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8pPr>
              <a:lvl9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9pPr>
            </a:lstStyle>
            <a:p>
              <a:pPr marL="0" indent="0">
                <a:buNone/>
              </a:pPr>
              <a:r>
                <a:rPr lang="en-US" b="1" dirty="0"/>
                <a:t>PSOC™ Control, PSOC™ Edge, </a:t>
              </a:r>
              <a:r>
                <a:rPr lang="en-US" b="1" dirty="0" err="1"/>
                <a:t>etc</a:t>
              </a:r>
              <a:r>
                <a:rPr lang="en-US" b="1" dirty="0"/>
                <a:t>…</a:t>
              </a:r>
            </a:p>
          </p:txBody>
        </p:sp>
        <p:sp>
          <p:nvSpPr>
            <p:cNvPr id="34" name="TextBox">
              <a:extLst>
                <a:ext uri="{FF2B5EF4-FFF2-40B4-BE49-F238E27FC236}">
                  <a16:creationId xmlns:a16="http://schemas.microsoft.com/office/drawing/2014/main" id="{54528C9C-9226-5B1D-A1DF-1536BDADE672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 bwMode="auto">
            <a:xfrm>
              <a:off x="685800" y="1576624"/>
              <a:ext cx="1702792" cy="751809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216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sz="1800" baseline="0">
                  <a:latin typeface="+mn-lt"/>
                </a:defRPr>
              </a:lvl1pPr>
              <a:lvl2pPr marL="432000" lvl="1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sz="1600">
                  <a:latin typeface="+mn-lt"/>
                </a:defRPr>
              </a:lvl2pPr>
              <a:lvl3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3pPr>
              <a:lvl4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4pPr>
              <a:lvl5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5pPr>
              <a:lvl6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6pPr>
              <a:lvl7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7pPr>
              <a:lvl8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8pPr>
              <a:lvl9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9pPr>
            </a:lstStyle>
            <a:p>
              <a:pPr marL="0" indent="0" algn="r">
                <a:buNone/>
              </a:pPr>
              <a:r>
                <a:rPr lang="en-US" b="1" dirty="0"/>
                <a:t>Portable across boards</a:t>
              </a:r>
            </a:p>
          </p:txBody>
        </p:sp>
        <p:sp>
          <p:nvSpPr>
            <p:cNvPr id="35" name="TextBox">
              <a:extLst>
                <a:ext uri="{FF2B5EF4-FFF2-40B4-BE49-F238E27FC236}">
                  <a16:creationId xmlns:a16="http://schemas.microsoft.com/office/drawing/2014/main" id="{3CE05592-7A9E-51AA-2E18-382EE6B3FEA7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 bwMode="auto">
            <a:xfrm>
              <a:off x="533400" y="3827580"/>
              <a:ext cx="1855192" cy="751809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216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sz="1800" baseline="0">
                  <a:latin typeface="+mn-lt"/>
                </a:defRPr>
              </a:lvl1pPr>
              <a:lvl2pPr marL="432000" lvl="1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sz="1600">
                  <a:latin typeface="+mn-lt"/>
                </a:defRPr>
              </a:lvl2pPr>
              <a:lvl3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3pPr>
              <a:lvl4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4pPr>
              <a:lvl5pPr marL="648000" indent="-216000" defTabSz="576000" ea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SzPct val="100000"/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5pPr>
              <a:lvl6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 baseline="0">
                  <a:latin typeface="+mn-lt"/>
                </a:defRPr>
              </a:lvl6pPr>
              <a:lvl7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7pPr>
              <a:lvl8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8pPr>
              <a:lvl9pPr marL="648000" indent="-216000" defTabSz="576000" fontAlgn="base">
                <a:lnSpc>
                  <a:spcPct val="12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tx2"/>
                </a:buClr>
                <a:buFont typeface="Symbol" panose="05050102010706020507" pitchFamily="18" charset="2"/>
                <a:buChar char="-"/>
                <a:defRPr>
                  <a:latin typeface="+mn-lt"/>
                </a:defRPr>
              </a:lvl9pPr>
            </a:lstStyle>
            <a:p>
              <a:pPr marL="0" indent="0" algn="r">
                <a:buNone/>
              </a:pPr>
              <a:r>
                <a:rPr lang="en-US" b="1" dirty="0"/>
                <a:t>Pins, clocks, memory, startup</a:t>
              </a:r>
            </a:p>
          </p:txBody>
        </p:sp>
        <p:sp>
          <p:nvSpPr>
            <p:cNvPr id="8" name="Chevron 20">
              <a:extLst>
                <a:ext uri="{FF2B5EF4-FFF2-40B4-BE49-F238E27FC236}">
                  <a16:creationId xmlns:a16="http://schemas.microsoft.com/office/drawing/2014/main" id="{66B06299-F78C-462F-99B0-9396F176D004}"/>
                </a:ext>
              </a:extLst>
            </p:cNvPr>
            <p:cNvSpPr/>
            <p:nvPr/>
          </p:nvSpPr>
          <p:spPr>
            <a:xfrm rot="5400000">
              <a:off x="3034374" y="3052000"/>
              <a:ext cx="1626475" cy="2513623"/>
            </a:xfrm>
            <a:prstGeom prst="chevron">
              <a:avLst>
                <a:gd name="adj" fmla="val 20758"/>
              </a:avLst>
            </a:prstGeom>
            <a:solidFill>
              <a:srgbClr val="3B9B91"/>
            </a:solidFill>
            <a:ln w="38100">
              <a:solidFill>
                <a:srgbClr val="B9D2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270" lIns="216000" tIns="72000" rIns="72000" bIns="72000" rtlCol="0" anchor="t" anchorCtr="0"/>
            <a:lstStyle/>
            <a:p>
              <a:pPr algn="ctr"/>
              <a:r>
                <a:rPr lang="en-US" sz="2000" b="1" dirty="0">
                  <a:solidFill>
                    <a:srgbClr val="FFFFFF"/>
                  </a:solidFill>
                </a:rPr>
                <a:t>Board Support Package</a:t>
              </a:r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223393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Anatomy of a Board Support Package</a:t>
            </a:r>
          </a:p>
        </p:txBody>
      </p:sp>
      <p:sp>
        <p:nvSpPr>
          <p:cNvPr id="5" name="Oval 36">
            <a:extLst>
              <a:ext uri="{FF2B5EF4-FFF2-40B4-BE49-F238E27FC236}">
                <a16:creationId xmlns:a16="http://schemas.microsoft.com/office/drawing/2014/main" id="{1501EF7D-0999-3E44-AC09-628424A12CA2}"/>
              </a:ext>
            </a:extLst>
          </p:cNvPr>
          <p:cNvSpPr/>
          <p:nvPr/>
        </p:nvSpPr>
        <p:spPr>
          <a:xfrm>
            <a:off x="4425015" y="2121496"/>
            <a:ext cx="3341970" cy="335827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val 37">
            <a:extLst>
              <a:ext uri="{FF2B5EF4-FFF2-40B4-BE49-F238E27FC236}">
                <a16:creationId xmlns:a16="http://schemas.microsoft.com/office/drawing/2014/main" id="{44B15514-CD0E-4DD0-5F9D-7F983D7C6713}"/>
              </a:ext>
            </a:extLst>
          </p:cNvPr>
          <p:cNvSpPr/>
          <p:nvPr/>
        </p:nvSpPr>
        <p:spPr>
          <a:xfrm>
            <a:off x="4988217" y="2687445"/>
            <a:ext cx="2215566" cy="22263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38">
            <a:extLst>
              <a:ext uri="{FF2B5EF4-FFF2-40B4-BE49-F238E27FC236}">
                <a16:creationId xmlns:a16="http://schemas.microsoft.com/office/drawing/2014/main" id="{142E60CF-0C38-E2E4-B618-8803212AF466}"/>
              </a:ext>
            </a:extLst>
          </p:cNvPr>
          <p:cNvSpPr txBox="1"/>
          <p:nvPr/>
        </p:nvSpPr>
        <p:spPr>
          <a:xfrm>
            <a:off x="4754278" y="3258982"/>
            <a:ext cx="2694272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de-DE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ModusToolbox™ Board Support Package </a:t>
            </a:r>
            <a:br>
              <a:rPr lang="de-DE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(BSP)</a:t>
            </a:r>
          </a:p>
        </p:txBody>
      </p:sp>
      <p:cxnSp>
        <p:nvCxnSpPr>
          <p:cNvPr id="9" name="Gerade Verbindung 16">
            <a:extLst>
              <a:ext uri="{FF2B5EF4-FFF2-40B4-BE49-F238E27FC236}">
                <a16:creationId xmlns:a16="http://schemas.microsoft.com/office/drawing/2014/main" id="{90F92063-0DAF-08E4-8800-8856920031FA}"/>
              </a:ext>
            </a:extLst>
          </p:cNvPr>
          <p:cNvCxnSpPr>
            <a:cxnSpLocks/>
          </p:cNvCxnSpPr>
          <p:nvPr/>
        </p:nvCxnSpPr>
        <p:spPr>
          <a:xfrm flipV="1">
            <a:off x="7325468" y="3819458"/>
            <a:ext cx="1011445" cy="1754"/>
          </a:xfrm>
          <a:prstGeom prst="line">
            <a:avLst/>
          </a:prstGeom>
          <a:ln w="6350">
            <a:solidFill>
              <a:schemeClr val="tx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ihandform 21">
            <a:extLst>
              <a:ext uri="{FF2B5EF4-FFF2-40B4-BE49-F238E27FC236}">
                <a16:creationId xmlns:a16="http://schemas.microsoft.com/office/drawing/2014/main" id="{1DCF909E-8BAC-56CD-1196-599B6FD33BFF}"/>
              </a:ext>
            </a:extLst>
          </p:cNvPr>
          <p:cNvSpPr/>
          <p:nvPr/>
        </p:nvSpPr>
        <p:spPr bwMode="auto">
          <a:xfrm flipV="1">
            <a:off x="6521777" y="2009388"/>
            <a:ext cx="1815141" cy="654383"/>
          </a:xfrm>
          <a:custGeom>
            <a:avLst/>
            <a:gdLst>
              <a:gd name="connsiteX0" fmla="*/ 1450848 w 1450848"/>
              <a:gd name="connsiteY0" fmla="*/ 792480 h 792480"/>
              <a:gd name="connsiteX1" fmla="*/ 780288 w 1450848"/>
              <a:gd name="connsiteY1" fmla="*/ 792480 h 792480"/>
              <a:gd name="connsiteX2" fmla="*/ 0 w 1450848"/>
              <a:gd name="connsiteY2" fmla="*/ 0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848" h="792480">
                <a:moveTo>
                  <a:pt x="1450848" y="792480"/>
                </a:moveTo>
                <a:lnTo>
                  <a:pt x="780288" y="79248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sz="4267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7691AFF-2E4E-C203-E2A8-71B9B9E812B0}"/>
              </a:ext>
            </a:extLst>
          </p:cNvPr>
          <p:cNvSpPr/>
          <p:nvPr/>
        </p:nvSpPr>
        <p:spPr bwMode="auto">
          <a:xfrm>
            <a:off x="8336915" y="1262610"/>
            <a:ext cx="3517884" cy="1485914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DCD5D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lIns="180000" tIns="72000" rIns="72000" bIns="72000" rtlCol="0" anchor="ctr">
            <a:noAutofit/>
          </a:bodyPr>
          <a:lstStyle/>
          <a:p>
            <a:pPr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</a:pPr>
            <a:r>
              <a:rPr lang="en-US" sz="2000" dirty="0"/>
              <a:t>Device resource initialization</a:t>
            </a:r>
            <a:br>
              <a:rPr lang="en-US" sz="2000" dirty="0"/>
            </a:br>
            <a:r>
              <a:rPr lang="en-US" sz="2000" dirty="0"/>
              <a:t>Pins, Clocks, Power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6B615A3-5A04-C633-C840-C534C1BF9143}"/>
              </a:ext>
            </a:extLst>
          </p:cNvPr>
          <p:cNvSpPr/>
          <p:nvPr/>
        </p:nvSpPr>
        <p:spPr bwMode="auto">
          <a:xfrm>
            <a:off x="8336915" y="3080031"/>
            <a:ext cx="3517884" cy="1473453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DCD5D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lIns="180000" tIns="72000" rIns="72000" bIns="72000" rtlCol="0" anchor="ctr">
            <a:noAutofit/>
          </a:bodyPr>
          <a:lstStyle/>
          <a:p>
            <a:pPr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</a:pPr>
            <a:r>
              <a:rPr lang="en-US" sz="2000" dirty="0"/>
              <a:t>Board dependent libraries and build recipes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588E2F5D-B11B-AE2D-BFCB-14BB574927A7}"/>
              </a:ext>
            </a:extLst>
          </p:cNvPr>
          <p:cNvSpPr/>
          <p:nvPr/>
        </p:nvSpPr>
        <p:spPr bwMode="auto">
          <a:xfrm>
            <a:off x="8336915" y="4906544"/>
            <a:ext cx="3517884" cy="1475207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DCD5D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lIns="180000" tIns="72000" rIns="72000" bIns="72000" rtlCol="0" anchor="ctr">
            <a:noAutofit/>
          </a:bodyPr>
          <a:lstStyle/>
          <a:p>
            <a:pPr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</a:pPr>
            <a:r>
              <a:rPr lang="en-US" sz="2000" dirty="0"/>
              <a:t>Secure domain partition resources</a:t>
            </a:r>
          </a:p>
        </p:txBody>
      </p:sp>
      <p:cxnSp>
        <p:nvCxnSpPr>
          <p:cNvPr id="55" name="Gerade Verbindung 16">
            <a:extLst>
              <a:ext uri="{FF2B5EF4-FFF2-40B4-BE49-F238E27FC236}">
                <a16:creationId xmlns:a16="http://schemas.microsoft.com/office/drawing/2014/main" id="{4FCFC1A5-F28C-944F-55D4-0337F5BCE9BE}"/>
              </a:ext>
            </a:extLst>
          </p:cNvPr>
          <p:cNvCxnSpPr>
            <a:cxnSpLocks/>
          </p:cNvCxnSpPr>
          <p:nvPr/>
        </p:nvCxnSpPr>
        <p:spPr>
          <a:xfrm flipH="1" flipV="1">
            <a:off x="3858538" y="3819458"/>
            <a:ext cx="1011445" cy="1754"/>
          </a:xfrm>
          <a:prstGeom prst="line">
            <a:avLst/>
          </a:prstGeom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Freihandform 21">
            <a:extLst>
              <a:ext uri="{FF2B5EF4-FFF2-40B4-BE49-F238E27FC236}">
                <a16:creationId xmlns:a16="http://schemas.microsoft.com/office/drawing/2014/main" id="{B872271E-20BF-5B98-ECAC-0911721207DA}"/>
              </a:ext>
            </a:extLst>
          </p:cNvPr>
          <p:cNvSpPr/>
          <p:nvPr/>
        </p:nvSpPr>
        <p:spPr bwMode="auto">
          <a:xfrm flipH="1" flipV="1">
            <a:off x="3858533" y="1967769"/>
            <a:ext cx="1815141" cy="696001"/>
          </a:xfrm>
          <a:custGeom>
            <a:avLst/>
            <a:gdLst>
              <a:gd name="connsiteX0" fmla="*/ 1450848 w 1450848"/>
              <a:gd name="connsiteY0" fmla="*/ 792480 h 792480"/>
              <a:gd name="connsiteX1" fmla="*/ 780288 w 1450848"/>
              <a:gd name="connsiteY1" fmla="*/ 792480 h 792480"/>
              <a:gd name="connsiteX2" fmla="*/ 0 w 1450848"/>
              <a:gd name="connsiteY2" fmla="*/ 0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848" h="792480">
                <a:moveTo>
                  <a:pt x="1450848" y="792480"/>
                </a:moveTo>
                <a:lnTo>
                  <a:pt x="780288" y="79248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sz="4267" dirty="0"/>
          </a:p>
        </p:txBody>
      </p:sp>
      <p:sp>
        <p:nvSpPr>
          <p:cNvPr id="70" name="Rechteck 16">
            <a:extLst>
              <a:ext uri="{FF2B5EF4-FFF2-40B4-BE49-F238E27FC236}">
                <a16:creationId xmlns:a16="http://schemas.microsoft.com/office/drawing/2014/main" id="{7502AE86-872B-09B9-AB10-C22B85A38A6D}"/>
              </a:ext>
            </a:extLst>
          </p:cNvPr>
          <p:cNvSpPr/>
          <p:nvPr/>
        </p:nvSpPr>
        <p:spPr bwMode="auto">
          <a:xfrm>
            <a:off x="334799" y="1262610"/>
            <a:ext cx="3524080" cy="1485914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DCD5D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lIns="72000" tIns="72000" rIns="180000" bIns="72000" rtlCol="0" anchor="ctr">
            <a:noAutofit/>
          </a:bodyPr>
          <a:lstStyle/>
          <a:p>
            <a:pPr algn="r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</a:pPr>
            <a:r>
              <a:rPr lang="en-US" sz="2000" dirty="0"/>
              <a:t>Linker scripts and </a:t>
            </a:r>
            <a:br>
              <a:rPr lang="en-US" sz="2000" dirty="0"/>
            </a:br>
            <a:r>
              <a:rPr lang="en-US" sz="2000" dirty="0"/>
              <a:t>startup code</a:t>
            </a:r>
          </a:p>
        </p:txBody>
      </p:sp>
      <p:sp>
        <p:nvSpPr>
          <p:cNvPr id="71" name="Rechteck 18">
            <a:extLst>
              <a:ext uri="{FF2B5EF4-FFF2-40B4-BE49-F238E27FC236}">
                <a16:creationId xmlns:a16="http://schemas.microsoft.com/office/drawing/2014/main" id="{9DF6DCA2-3BBC-5033-6AD5-5AD3E7FDFE26}"/>
              </a:ext>
            </a:extLst>
          </p:cNvPr>
          <p:cNvSpPr/>
          <p:nvPr/>
        </p:nvSpPr>
        <p:spPr bwMode="auto">
          <a:xfrm>
            <a:off x="334799" y="3080031"/>
            <a:ext cx="3524080" cy="1482223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DCD5D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lIns="72000" tIns="72000" rIns="180000" bIns="72000" rtlCol="0" anchor="ctr">
            <a:noAutofit/>
          </a:bodyPr>
          <a:lstStyle/>
          <a:p>
            <a:pPr algn="r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</a:pPr>
            <a:r>
              <a:rPr lang="en-US" sz="2000" dirty="0"/>
              <a:t>Peripheral configuration structures</a:t>
            </a:r>
          </a:p>
        </p:txBody>
      </p:sp>
      <p:sp>
        <p:nvSpPr>
          <p:cNvPr id="80" name="Rectangle 116">
            <a:extLst>
              <a:ext uri="{FF2B5EF4-FFF2-40B4-BE49-F238E27FC236}">
                <a16:creationId xmlns:a16="http://schemas.microsoft.com/office/drawing/2014/main" id="{022220F6-3CAF-4E94-B9CF-5DC7434B4F41}"/>
              </a:ext>
            </a:extLst>
          </p:cNvPr>
          <p:cNvSpPr/>
          <p:nvPr/>
        </p:nvSpPr>
        <p:spPr>
          <a:xfrm>
            <a:off x="3804920" y="3080031"/>
            <a:ext cx="53613" cy="1478715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Rectangle 116">
            <a:extLst>
              <a:ext uri="{FF2B5EF4-FFF2-40B4-BE49-F238E27FC236}">
                <a16:creationId xmlns:a16="http://schemas.microsoft.com/office/drawing/2014/main" id="{2A2E569C-9A4B-4C91-55DB-2C2418916013}"/>
              </a:ext>
            </a:extLst>
          </p:cNvPr>
          <p:cNvSpPr/>
          <p:nvPr/>
        </p:nvSpPr>
        <p:spPr>
          <a:xfrm>
            <a:off x="3804920" y="1262610"/>
            <a:ext cx="53613" cy="1478715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116">
            <a:extLst>
              <a:ext uri="{FF2B5EF4-FFF2-40B4-BE49-F238E27FC236}">
                <a16:creationId xmlns:a16="http://schemas.microsoft.com/office/drawing/2014/main" id="{3FF70D76-2776-6159-9353-7C4E8AEC0B2C}"/>
              </a:ext>
            </a:extLst>
          </p:cNvPr>
          <p:cNvSpPr/>
          <p:nvPr/>
        </p:nvSpPr>
        <p:spPr>
          <a:xfrm>
            <a:off x="8336569" y="1262610"/>
            <a:ext cx="54956" cy="1478715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116">
            <a:extLst>
              <a:ext uri="{FF2B5EF4-FFF2-40B4-BE49-F238E27FC236}">
                <a16:creationId xmlns:a16="http://schemas.microsoft.com/office/drawing/2014/main" id="{2114EDBD-AEA4-4DBC-6099-9410C15F6A4C}"/>
              </a:ext>
            </a:extLst>
          </p:cNvPr>
          <p:cNvSpPr/>
          <p:nvPr/>
        </p:nvSpPr>
        <p:spPr>
          <a:xfrm>
            <a:off x="8336569" y="3080031"/>
            <a:ext cx="54956" cy="1478715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reihandform 5">
            <a:extLst>
              <a:ext uri="{FF2B5EF4-FFF2-40B4-BE49-F238E27FC236}">
                <a16:creationId xmlns:a16="http://schemas.microsoft.com/office/drawing/2014/main" id="{A2ECAD72-830E-F65F-C29E-14E01CC9187E}"/>
              </a:ext>
            </a:extLst>
          </p:cNvPr>
          <p:cNvSpPr/>
          <p:nvPr/>
        </p:nvSpPr>
        <p:spPr bwMode="auto">
          <a:xfrm>
            <a:off x="6521777" y="4958075"/>
            <a:ext cx="1815141" cy="682830"/>
          </a:xfrm>
          <a:custGeom>
            <a:avLst/>
            <a:gdLst>
              <a:gd name="connsiteX0" fmla="*/ 1450848 w 1450848"/>
              <a:gd name="connsiteY0" fmla="*/ 792480 h 792480"/>
              <a:gd name="connsiteX1" fmla="*/ 780288 w 1450848"/>
              <a:gd name="connsiteY1" fmla="*/ 792480 h 792480"/>
              <a:gd name="connsiteX2" fmla="*/ 0 w 1450848"/>
              <a:gd name="connsiteY2" fmla="*/ 0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848" h="792480">
                <a:moveTo>
                  <a:pt x="1450848" y="792480"/>
                </a:moveTo>
                <a:lnTo>
                  <a:pt x="780288" y="79248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sz="4267" dirty="0"/>
          </a:p>
        </p:txBody>
      </p:sp>
      <p:sp>
        <p:nvSpPr>
          <p:cNvPr id="84" name="Rectangle 116">
            <a:extLst>
              <a:ext uri="{FF2B5EF4-FFF2-40B4-BE49-F238E27FC236}">
                <a16:creationId xmlns:a16="http://schemas.microsoft.com/office/drawing/2014/main" id="{2C379228-1CD3-5F14-31BF-B75A07606F5F}"/>
              </a:ext>
            </a:extLst>
          </p:cNvPr>
          <p:cNvSpPr/>
          <p:nvPr/>
        </p:nvSpPr>
        <p:spPr>
          <a:xfrm>
            <a:off x="8336569" y="4903036"/>
            <a:ext cx="54956" cy="1478715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hteck 16">
            <a:extLst>
              <a:ext uri="{FF2B5EF4-FFF2-40B4-BE49-F238E27FC236}">
                <a16:creationId xmlns:a16="http://schemas.microsoft.com/office/drawing/2014/main" id="{2DCCF5BB-1E41-6B60-8F88-C9633443C747}"/>
              </a:ext>
            </a:extLst>
          </p:cNvPr>
          <p:cNvSpPr/>
          <p:nvPr/>
        </p:nvSpPr>
        <p:spPr bwMode="auto">
          <a:xfrm>
            <a:off x="334799" y="4899345"/>
            <a:ext cx="3524080" cy="1482406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DCD5D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lIns="72000" tIns="72000" rIns="180000" bIns="72000" rtlCol="0" anchor="ctr">
            <a:noAutofit/>
          </a:bodyPr>
          <a:lstStyle/>
          <a:p>
            <a:pPr algn="r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</a:pPr>
            <a:r>
              <a:rPr lang="en-US" sz="2000" dirty="0"/>
              <a:t>Software aliases for hardware resources</a:t>
            </a:r>
          </a:p>
        </p:txBody>
      </p:sp>
      <p:sp>
        <p:nvSpPr>
          <p:cNvPr id="13" name="Rectangle 116">
            <a:extLst>
              <a:ext uri="{FF2B5EF4-FFF2-40B4-BE49-F238E27FC236}">
                <a16:creationId xmlns:a16="http://schemas.microsoft.com/office/drawing/2014/main" id="{5BA77D23-28DE-2A86-CD91-BB1505F3AECA}"/>
              </a:ext>
            </a:extLst>
          </p:cNvPr>
          <p:cNvSpPr/>
          <p:nvPr/>
        </p:nvSpPr>
        <p:spPr>
          <a:xfrm>
            <a:off x="3804920" y="4903036"/>
            <a:ext cx="53613" cy="1478715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67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ihandform 5">
            <a:extLst>
              <a:ext uri="{FF2B5EF4-FFF2-40B4-BE49-F238E27FC236}">
                <a16:creationId xmlns:a16="http://schemas.microsoft.com/office/drawing/2014/main" id="{D5376F1C-B6ED-FC93-CB12-8BB0DAB319E1}"/>
              </a:ext>
            </a:extLst>
          </p:cNvPr>
          <p:cNvSpPr/>
          <p:nvPr/>
        </p:nvSpPr>
        <p:spPr bwMode="auto">
          <a:xfrm flipH="1">
            <a:off x="3858879" y="4958075"/>
            <a:ext cx="1815141" cy="682830"/>
          </a:xfrm>
          <a:custGeom>
            <a:avLst/>
            <a:gdLst>
              <a:gd name="connsiteX0" fmla="*/ 1450848 w 1450848"/>
              <a:gd name="connsiteY0" fmla="*/ 792480 h 792480"/>
              <a:gd name="connsiteX1" fmla="*/ 780288 w 1450848"/>
              <a:gd name="connsiteY1" fmla="*/ 792480 h 792480"/>
              <a:gd name="connsiteX2" fmla="*/ 0 w 1450848"/>
              <a:gd name="connsiteY2" fmla="*/ 0 h 792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0848" h="792480">
                <a:moveTo>
                  <a:pt x="1450848" y="792480"/>
                </a:moveTo>
                <a:lnTo>
                  <a:pt x="780288" y="79248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chemeClr val="tx2"/>
            </a:solidFill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en-US" sz="4267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2691821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75093-5B5F-B92B-AD28-30324B1DE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FCDB7D-B0B6-2A73-6433-59E1389DAE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1447800"/>
            <a:ext cx="4996800" cy="4933951"/>
          </a:xfrm>
        </p:spPr>
        <p:txBody>
          <a:bodyPr/>
          <a:lstStyle/>
          <a:p>
            <a:r>
              <a:rPr lang="en-US" dirty="0"/>
              <a:t>The config/</a:t>
            </a:r>
            <a:r>
              <a:rPr lang="en-US" dirty="0" err="1"/>
              <a:t>GeneratedSource</a:t>
            </a:r>
            <a:r>
              <a:rPr lang="en-US" dirty="0"/>
              <a:t>/ files are </a:t>
            </a:r>
            <a:r>
              <a:rPr lang="en-US" b="1" dirty="0"/>
              <a:t>generated by Device Configurator</a:t>
            </a:r>
            <a:r>
              <a:rPr lang="en-US" dirty="0"/>
              <a:t> from </a:t>
            </a:r>
            <a:r>
              <a:rPr lang="en-US" dirty="0" err="1"/>
              <a:t>design.modus</a:t>
            </a:r>
            <a:endParaRPr lang="en-US" dirty="0"/>
          </a:p>
          <a:p>
            <a:endParaRPr lang="en-US" dirty="0"/>
          </a:p>
          <a:p>
            <a:r>
              <a:rPr lang="en-US" dirty="0"/>
              <a:t>You edit </a:t>
            </a:r>
            <a:r>
              <a:rPr lang="en-US" dirty="0" err="1"/>
              <a:t>design.modus</a:t>
            </a:r>
            <a:r>
              <a:rPr lang="en-US" dirty="0"/>
              <a:t> in the GUI; the .c/.h files are regenerated automatically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85851C-025D-7C09-8AF1-65517008C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structure of a Board Support Package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8B73F2-E24F-3583-0314-ABA15D688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10" y="1000125"/>
            <a:ext cx="6302069" cy="539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924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FCA72237-5A95-4584-1F52-0D46F0DA5C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800" y="5422065"/>
            <a:ext cx="11520000" cy="959686"/>
          </a:xfrm>
        </p:spPr>
        <p:txBody>
          <a:bodyPr/>
          <a:lstStyle/>
          <a:p>
            <a:r>
              <a:rPr lang="en-US" sz="1600" b="1" dirty="0" err="1"/>
              <a:t>design.modus</a:t>
            </a:r>
            <a:r>
              <a:rPr lang="en-US" sz="1600" b="1" dirty="0"/>
              <a:t> </a:t>
            </a:r>
            <a:r>
              <a:rPr lang="en-US" sz="1600" dirty="0"/>
              <a:t>is binary XML — always edit via Device Configurator, never manually</a:t>
            </a:r>
          </a:p>
          <a:p>
            <a:r>
              <a:rPr lang="en-US" sz="1600" dirty="0"/>
              <a:t>Changes to pin assignments, clock speeds, or peripheral configs go here</a:t>
            </a:r>
          </a:p>
          <a:p>
            <a:r>
              <a:rPr lang="en-US" sz="1600" dirty="0"/>
              <a:t>When you switch BSPs, you get a </a:t>
            </a:r>
            <a:r>
              <a:rPr lang="en-US" sz="1600" dirty="0">
                <a:solidFill>
                  <a:srgbClr val="0A8276"/>
                </a:solidFill>
              </a:rPr>
              <a:t>different</a:t>
            </a:r>
            <a:r>
              <a:rPr lang="en-US" sz="1600" dirty="0"/>
              <a:t> </a:t>
            </a:r>
            <a:r>
              <a:rPr lang="en-US" sz="1600" b="1" dirty="0" err="1"/>
              <a:t>design.modus</a:t>
            </a:r>
            <a:r>
              <a:rPr lang="en-US" sz="1600" b="1" dirty="0"/>
              <a:t> </a:t>
            </a:r>
            <a:r>
              <a:rPr lang="en-US" sz="1600" dirty="0"/>
              <a:t>for the new board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C2E995-5AC1-85DE-3E46-AA37B632B7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Device Configurator flow </a:t>
            </a:r>
          </a:p>
        </p:txBody>
      </p:sp>
      <p:sp>
        <p:nvSpPr>
          <p:cNvPr id="5" name="Chevron 6">
            <a:extLst>
              <a:ext uri="{FF2B5EF4-FFF2-40B4-BE49-F238E27FC236}">
                <a16:creationId xmlns:a16="http://schemas.microsoft.com/office/drawing/2014/main" id="{AC554603-5B46-F0E1-69BC-A272F84D5E4E}"/>
              </a:ext>
            </a:extLst>
          </p:cNvPr>
          <p:cNvSpPr/>
          <p:nvPr/>
        </p:nvSpPr>
        <p:spPr>
          <a:xfrm>
            <a:off x="7520066" y="1219203"/>
            <a:ext cx="4107788" cy="949257"/>
          </a:xfrm>
          <a:prstGeom prst="chevron">
            <a:avLst>
              <a:gd name="adj" fmla="val 20758"/>
            </a:avLst>
          </a:prstGeom>
          <a:solidFill>
            <a:schemeClr val="tx2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182880" tIns="0" bIns="91440" rtlCol="0" anchor="ctr" anchorCtr="0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Application Init</a:t>
            </a:r>
          </a:p>
          <a:p>
            <a:pPr algn="ctr"/>
            <a:r>
              <a:rPr lang="en-US" sz="1200" dirty="0" err="1">
                <a:solidFill>
                  <a:srgbClr val="FFFFFF"/>
                </a:solidFill>
              </a:rPr>
              <a:t>cybsp_init</a:t>
            </a:r>
            <a:r>
              <a:rPr lang="en-US" sz="1200" dirty="0">
                <a:solidFill>
                  <a:srgbClr val="FFFFFF"/>
                </a:solidFill>
              </a:rPr>
              <a:t>()</a:t>
            </a:r>
          </a:p>
        </p:txBody>
      </p:sp>
      <p:sp>
        <p:nvSpPr>
          <p:cNvPr id="6" name="Chevron 20">
            <a:extLst>
              <a:ext uri="{FF2B5EF4-FFF2-40B4-BE49-F238E27FC236}">
                <a16:creationId xmlns:a16="http://schemas.microsoft.com/office/drawing/2014/main" id="{64D9BDD1-50C0-2737-06FC-1A81B85756E9}"/>
              </a:ext>
            </a:extLst>
          </p:cNvPr>
          <p:cNvSpPr/>
          <p:nvPr/>
        </p:nvSpPr>
        <p:spPr>
          <a:xfrm>
            <a:off x="3715741" y="1219203"/>
            <a:ext cx="4107788" cy="949257"/>
          </a:xfrm>
          <a:prstGeom prst="chevron">
            <a:avLst>
              <a:gd name="adj" fmla="val 20758"/>
            </a:avLst>
          </a:prstGeom>
          <a:solidFill>
            <a:srgbClr val="3B9B91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182880" tIns="0" bIns="91440" rtlCol="0" anchor="ctr" anchorCtr="0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Auto-generated C files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config/</a:t>
            </a:r>
            <a:r>
              <a:rPr lang="en-US" sz="1200" dirty="0" err="1">
                <a:solidFill>
                  <a:srgbClr val="FFFFFF"/>
                </a:solidFill>
              </a:rPr>
              <a:t>GeneratedSource</a:t>
            </a:r>
            <a:r>
              <a:rPr lang="en-US" sz="1200" dirty="0">
                <a:solidFill>
                  <a:srgbClr val="FFFFFF"/>
                </a:solidFill>
              </a:rPr>
              <a:t>/</a:t>
            </a:r>
          </a:p>
        </p:txBody>
      </p:sp>
      <p:sp>
        <p:nvSpPr>
          <p:cNvPr id="8" name="Pentagon 3">
            <a:extLst>
              <a:ext uri="{FF2B5EF4-FFF2-40B4-BE49-F238E27FC236}">
                <a16:creationId xmlns:a16="http://schemas.microsoft.com/office/drawing/2014/main" id="{C52FCBE2-384B-FE01-1BCB-738E581E3B9E}"/>
              </a:ext>
            </a:extLst>
          </p:cNvPr>
          <p:cNvSpPr/>
          <p:nvPr/>
        </p:nvSpPr>
        <p:spPr>
          <a:xfrm>
            <a:off x="567016" y="1219203"/>
            <a:ext cx="3452188" cy="949257"/>
          </a:xfrm>
          <a:prstGeom prst="homePlate">
            <a:avLst>
              <a:gd name="adj" fmla="val 22102"/>
            </a:avLst>
          </a:prstGeom>
          <a:solidFill>
            <a:srgbClr val="6CB4AD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72000" tIns="0" rIns="72000" bIns="72000" rtlCol="0" anchor="ctr" anchorCtr="0"/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GUI based Configuration</a:t>
            </a:r>
          </a:p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bg1"/>
                </a:solidFill>
              </a:rPr>
              <a:t>Device Configurator (</a:t>
            </a:r>
            <a:r>
              <a:rPr lang="en-US" sz="1200" dirty="0" err="1">
                <a:solidFill>
                  <a:schemeClr val="bg1"/>
                </a:solidFill>
              </a:rPr>
              <a:t>design.modus</a:t>
            </a:r>
            <a:r>
              <a:rPr lang="en-US" sz="1200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4" name="Straight Connector 16">
            <a:extLst>
              <a:ext uri="{FF2B5EF4-FFF2-40B4-BE49-F238E27FC236}">
                <a16:creationId xmlns:a16="http://schemas.microsoft.com/office/drawing/2014/main" id="{09FFEC8E-F40B-0024-DB32-B7D8049A4128}"/>
              </a:ext>
            </a:extLst>
          </p:cNvPr>
          <p:cNvCxnSpPr>
            <a:cxnSpLocks/>
          </p:cNvCxnSpPr>
          <p:nvPr/>
        </p:nvCxnSpPr>
        <p:spPr>
          <a:xfrm flipV="1">
            <a:off x="9528302" y="1884854"/>
            <a:ext cx="225" cy="43960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2425D9A1-9076-65FC-76ED-983E1B8031E1}"/>
              </a:ext>
            </a:extLst>
          </p:cNvPr>
          <p:cNvCxnSpPr>
            <a:cxnSpLocks/>
          </p:cNvCxnSpPr>
          <p:nvPr/>
        </p:nvCxnSpPr>
        <p:spPr>
          <a:xfrm flipV="1">
            <a:off x="1852305" y="1884854"/>
            <a:ext cx="225" cy="439604"/>
          </a:xfrm>
          <a:prstGeom prst="line">
            <a:avLst/>
          </a:prstGeom>
          <a:ln>
            <a:solidFill>
              <a:srgbClr val="B8DE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8">
            <a:extLst>
              <a:ext uri="{FF2B5EF4-FFF2-40B4-BE49-F238E27FC236}">
                <a16:creationId xmlns:a16="http://schemas.microsoft.com/office/drawing/2014/main" id="{DF487EFB-0AB5-CE1B-CDD7-82C739A40CE0}"/>
              </a:ext>
            </a:extLst>
          </p:cNvPr>
          <p:cNvCxnSpPr>
            <a:cxnSpLocks/>
          </p:cNvCxnSpPr>
          <p:nvPr/>
        </p:nvCxnSpPr>
        <p:spPr>
          <a:xfrm flipV="1">
            <a:off x="5769522" y="1884854"/>
            <a:ext cx="225" cy="439604"/>
          </a:xfrm>
          <a:prstGeom prst="line">
            <a:avLst/>
          </a:prstGeom>
          <a:ln>
            <a:solidFill>
              <a:srgbClr val="3B9B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">
            <a:extLst>
              <a:ext uri="{FF2B5EF4-FFF2-40B4-BE49-F238E27FC236}">
                <a16:creationId xmlns:a16="http://schemas.microsoft.com/office/drawing/2014/main" id="{8A3CC325-B502-6523-CECC-FEEB21E05086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>
            <a:off x="667107" y="3088540"/>
            <a:ext cx="2871509" cy="1620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r>
              <a:rPr lang="en-US" sz="1400" dirty="0"/>
              <a:t>Configure pins, clocks, peripherals, and power modes with a GUI.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Stored in </a:t>
            </a:r>
            <a:r>
              <a:rPr lang="en-US" sz="1400" dirty="0" err="1"/>
              <a:t>bsps</a:t>
            </a:r>
            <a:r>
              <a:rPr lang="en-US" sz="1400" dirty="0"/>
              <a:t>/TARGET_APP_.../</a:t>
            </a:r>
            <a:br>
              <a:rPr lang="en-US" sz="1400" dirty="0"/>
            </a:br>
            <a:r>
              <a:rPr lang="en-US" sz="1400" dirty="0"/>
              <a:t>config/</a:t>
            </a:r>
            <a:r>
              <a:rPr lang="en-US" sz="1400" dirty="0" err="1"/>
              <a:t>design.modus</a:t>
            </a:r>
            <a:endParaRPr lang="en-US" sz="1400" dirty="0"/>
          </a:p>
        </p:txBody>
      </p:sp>
      <p:sp>
        <p:nvSpPr>
          <p:cNvPr id="29" name="TextBox">
            <a:extLst>
              <a:ext uri="{FF2B5EF4-FFF2-40B4-BE49-F238E27FC236}">
                <a16:creationId xmlns:a16="http://schemas.microsoft.com/office/drawing/2014/main" id="{B5C37FED-ECC2-6743-92C9-A67DA36813E3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4019204" y="3088540"/>
            <a:ext cx="3495736" cy="217244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r>
              <a:rPr lang="en-US" sz="1400" dirty="0" err="1"/>
              <a:t>cycfg_pins.c</a:t>
            </a:r>
            <a:r>
              <a:rPr lang="en-US" sz="1400" dirty="0"/>
              <a:t> / .h</a:t>
            </a:r>
          </a:p>
          <a:p>
            <a:pPr lvl="1"/>
            <a:r>
              <a:rPr lang="en-US" sz="1200" dirty="0"/>
              <a:t>GPIO pin assignments and drive modes</a:t>
            </a:r>
          </a:p>
          <a:p>
            <a:r>
              <a:rPr lang="en-US" sz="1400" dirty="0" err="1"/>
              <a:t>cycfg_clocks.c</a:t>
            </a:r>
            <a:r>
              <a:rPr lang="en-US" sz="1400" dirty="0"/>
              <a:t> / .h</a:t>
            </a:r>
          </a:p>
          <a:p>
            <a:pPr lvl="1"/>
            <a:r>
              <a:rPr lang="en-US" sz="1200" dirty="0"/>
              <a:t>Clock tree configuration (PLL, dividers)</a:t>
            </a:r>
          </a:p>
          <a:p>
            <a:r>
              <a:rPr lang="en-US" sz="1400" dirty="0" err="1"/>
              <a:t>cycfg_peripherals.c</a:t>
            </a:r>
            <a:r>
              <a:rPr lang="en-US" sz="1400" dirty="0"/>
              <a:t> / .h</a:t>
            </a:r>
          </a:p>
          <a:p>
            <a:pPr lvl="1"/>
            <a:r>
              <a:rPr lang="en-US" sz="1200" dirty="0"/>
              <a:t>UART, SPI, I2C, Timer </a:t>
            </a:r>
            <a:r>
              <a:rPr lang="en-US" sz="1200" dirty="0" err="1"/>
              <a:t>init</a:t>
            </a:r>
            <a:r>
              <a:rPr lang="en-US" sz="1200" dirty="0"/>
              <a:t> structs</a:t>
            </a:r>
          </a:p>
          <a:p>
            <a:r>
              <a:rPr lang="en-US" sz="1400" dirty="0" err="1"/>
              <a:t>cycfg_system.c</a:t>
            </a:r>
            <a:r>
              <a:rPr lang="en-US" sz="1400" dirty="0"/>
              <a:t> / .h</a:t>
            </a:r>
          </a:p>
          <a:p>
            <a:pPr lvl="1"/>
            <a:r>
              <a:rPr lang="en-US" sz="1200" dirty="0"/>
              <a:t>Power modes, WDT, system-level config</a:t>
            </a:r>
          </a:p>
        </p:txBody>
      </p:sp>
      <p:sp>
        <p:nvSpPr>
          <p:cNvPr id="30" name="TextBox">
            <a:extLst>
              <a:ext uri="{FF2B5EF4-FFF2-40B4-BE49-F238E27FC236}">
                <a16:creationId xmlns:a16="http://schemas.microsoft.com/office/drawing/2014/main" id="{192C52F1-700F-CBAF-5EF5-641AA1DF1209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7865957" y="3088540"/>
            <a:ext cx="3200400" cy="1620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r>
              <a:rPr lang="en-US" sz="1400" dirty="0"/>
              <a:t>One call initializes everything — pins, clocks, peripherals, power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All generated configuration is applied automatically at startup</a:t>
            </a:r>
          </a:p>
        </p:txBody>
      </p:sp>
      <p:pic>
        <p:nvPicPr>
          <p:cNvPr id="9" name="Chip">
            <a:extLst>
              <a:ext uri="{FF2B5EF4-FFF2-40B4-BE49-F238E27FC236}">
                <a16:creationId xmlns:a16="http://schemas.microsoft.com/office/drawing/2014/main" id="{E66F20EC-3112-9449-62C8-F57B37CDE97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99815" y="2470263"/>
            <a:ext cx="457200" cy="457200"/>
          </a:xfrm>
          <a:prstGeom prst="rect">
            <a:avLst/>
          </a:prstGeom>
        </p:spPr>
      </p:pic>
      <p:pic>
        <p:nvPicPr>
          <p:cNvPr id="12" name="Gear wheels">
            <a:extLst>
              <a:ext uri="{FF2B5EF4-FFF2-40B4-BE49-F238E27FC236}">
                <a16:creationId xmlns:a16="http://schemas.microsoft.com/office/drawing/2014/main" id="{2FBE0BFF-7276-4A32-C35E-AFE7F480F0E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23818" y="2470263"/>
            <a:ext cx="457200" cy="457200"/>
          </a:xfrm>
          <a:prstGeom prst="rect">
            <a:avLst/>
          </a:prstGeom>
        </p:spPr>
      </p:pic>
      <p:pic>
        <p:nvPicPr>
          <p:cNvPr id="11" name="Puzzle">
            <a:extLst>
              <a:ext uri="{FF2B5EF4-FFF2-40B4-BE49-F238E27FC236}">
                <a16:creationId xmlns:a16="http://schemas.microsoft.com/office/drawing/2014/main" id="{B34BE038-A6F6-C3FF-2268-F8BDF3EE8FC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41035" y="2470263"/>
            <a:ext cx="457200" cy="457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90476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22695-58E2-9FCF-374C-4C869D156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51531B-0734-50F7-44D0-9C3FC9870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2134800"/>
            <a:ext cx="8137525" cy="2361000"/>
          </a:xfrm>
        </p:spPr>
        <p:txBody>
          <a:bodyPr anchor="t"/>
          <a:lstStyle/>
          <a:p>
            <a:r>
              <a:rPr lang="en-US" dirty="0"/>
              <a:t>Demo</a:t>
            </a:r>
            <a:br>
              <a:rPr lang="en-US" dirty="0"/>
            </a:br>
            <a:r>
              <a:rPr lang="en-US" sz="3200" b="0" dirty="0"/>
              <a:t>BSP Walkthrough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57251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7B2CF-2577-34A1-A10F-003A6290E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Workflows to develop and</a:t>
            </a:r>
            <a:br>
              <a:rPr lang="en-US" dirty="0"/>
            </a:br>
            <a:r>
              <a:rPr lang="en-US" dirty="0"/>
              <a:t>utilize a custom BSP	</a:t>
            </a:r>
          </a:p>
        </p:txBody>
      </p:sp>
    </p:spTree>
    <p:extLst>
      <p:ext uri="{BB962C8B-B14F-4D97-AF65-F5344CB8AC3E}">
        <p14:creationId xmlns:p14="http://schemas.microsoft.com/office/powerpoint/2010/main" val="37567586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17484-66A3-F3FC-1633-890BA8A4E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7A023-F2BB-6F39-94BC-8E5F5073E7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800" y="1268415"/>
            <a:ext cx="11520000" cy="1550986"/>
          </a:xfrm>
        </p:spPr>
        <p:txBody>
          <a:bodyPr/>
          <a:lstStyle/>
          <a:p>
            <a:r>
              <a:rPr lang="en-US" b="1" dirty="0"/>
              <a:t>Infineon kit BSPs are a starting point…</a:t>
            </a:r>
            <a:endParaRPr lang="en-US" dirty="0"/>
          </a:p>
          <a:p>
            <a:pPr lvl="1"/>
            <a:r>
              <a:rPr lang="en-US" dirty="0"/>
              <a:t>They provide a working configuration for the eval board and for the available code examples</a:t>
            </a:r>
          </a:p>
          <a:p>
            <a:pPr lvl="1"/>
            <a:r>
              <a:rPr lang="en-US" dirty="0"/>
              <a:t>User prototyping on the Infineon kit will likely require BSP modifications — whether to leverage additional device capabilities or to match custom hardware.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DF4981-99EE-B06E-96B0-5E5F876FD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Create a Custom BSP?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25CF6E3-779E-8D20-DA66-EBBB4110E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434257"/>
              </p:ext>
            </p:extLst>
          </p:nvPr>
        </p:nvGraphicFramePr>
        <p:xfrm>
          <a:off x="334963" y="2926080"/>
          <a:ext cx="11520486" cy="265176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3856037">
                  <a:extLst>
                    <a:ext uri="{9D8B030D-6E8A-4147-A177-3AD203B41FA5}">
                      <a16:colId xmlns:a16="http://schemas.microsoft.com/office/drawing/2014/main" val="654747025"/>
                    </a:ext>
                  </a:extLst>
                </a:gridCol>
                <a:gridCol w="7664449">
                  <a:extLst>
                    <a:ext uri="{9D8B030D-6E8A-4147-A177-3AD203B41FA5}">
                      <a16:colId xmlns:a16="http://schemas.microsoft.com/office/drawing/2014/main" val="181377898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Scenario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What Changes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91440" marB="91440"/>
                </a:tc>
                <a:extLst>
                  <a:ext uri="{0D108BD9-81ED-4DB2-BD59-A6C34878D82A}">
                    <a16:rowId xmlns:a16="http://schemas.microsoft.com/office/drawing/2014/main" val="3377706568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Extending a kit BSP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Enable additional peripherals, change clock speeds, reconfigure pins to use more of the device's capabilities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843196653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Customer production board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Different pin assignments, no debug header, custom crystal, different memory layout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894223299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Multi-project sharing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Common BSP across a product line, maintained independently from application code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857443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6281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Creating a custom BSP – modify existing BSP in place</a:t>
            </a:r>
          </a:p>
        </p:txBody>
      </p:sp>
      <p:sp>
        <p:nvSpPr>
          <p:cNvPr id="31" name="Rectangle 5"/>
          <p:cNvSpPr>
            <a:spLocks noChangeArrowheads="1"/>
          </p:cNvSpPr>
          <p:nvPr/>
        </p:nvSpPr>
        <p:spPr bwMode="auto">
          <a:xfrm>
            <a:off x="2895600" y="1268416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(Optional) </a:t>
            </a:r>
            <a:r>
              <a:rPr lang="en-US" b="1" dirty="0">
                <a:latin typeface="+mn-lt"/>
              </a:rPr>
              <a:t>Copy the current BSP </a:t>
            </a:r>
            <a:r>
              <a:rPr lang="en-US" dirty="0">
                <a:latin typeface="+mn-lt"/>
              </a:rPr>
              <a:t>first if you want to preserve it</a:t>
            </a:r>
          </a:p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Is it possible to re-add a new BSP from Infineon GitHub (caution regarding BSP versions)</a:t>
            </a:r>
          </a:p>
        </p:txBody>
      </p:sp>
      <p:sp>
        <p:nvSpPr>
          <p:cNvPr id="33" name="Rectangle 17"/>
          <p:cNvSpPr>
            <a:spLocks noChangeArrowheads="1"/>
          </p:cNvSpPr>
          <p:nvPr/>
        </p:nvSpPr>
        <p:spPr bwMode="auto">
          <a:xfrm>
            <a:off x="2895600" y="3337813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/>
              <a:t>Change </a:t>
            </a:r>
            <a:r>
              <a:rPr lang="en-US" b="1" dirty="0"/>
              <a:t>device (MPN), pins, clocks, peripherals </a:t>
            </a:r>
            <a:r>
              <a:rPr lang="en-US" dirty="0"/>
              <a:t>as needed</a:t>
            </a: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2895600" y="2303115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Open </a:t>
            </a:r>
            <a:r>
              <a:rPr lang="en-US" b="1" dirty="0">
                <a:latin typeface="+mn-lt"/>
              </a:rPr>
              <a:t>BSP Assistant </a:t>
            </a:r>
            <a:r>
              <a:rPr lang="en-US" dirty="0">
                <a:latin typeface="+mn-lt"/>
              </a:rPr>
              <a:t>from Eclipse Quick Panel or VS Code ModusToolbox™ Assistant extension</a:t>
            </a:r>
          </a:p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This modifies the CURRENT BSP in the project — it does not create a new one</a:t>
            </a:r>
          </a:p>
        </p:txBody>
      </p:sp>
      <p:sp>
        <p:nvSpPr>
          <p:cNvPr id="35" name="Rectangle 23"/>
          <p:cNvSpPr>
            <a:spLocks noChangeArrowheads="1"/>
          </p:cNvSpPr>
          <p:nvPr/>
        </p:nvSpPr>
        <p:spPr bwMode="auto">
          <a:xfrm>
            <a:off x="2895600" y="4376194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/>
              <a:t>Save → Device Configurator </a:t>
            </a:r>
            <a:r>
              <a:rPr lang="en-US" b="1" dirty="0"/>
              <a:t>regenerates configuration</a:t>
            </a:r>
          </a:p>
        </p:txBody>
      </p:sp>
      <p:sp>
        <p:nvSpPr>
          <p:cNvPr id="59" name="Richtungspfeil 58"/>
          <p:cNvSpPr/>
          <p:nvPr/>
        </p:nvSpPr>
        <p:spPr>
          <a:xfrm>
            <a:off x="588142" y="1268416"/>
            <a:ext cx="2163244" cy="872218"/>
          </a:xfrm>
          <a:prstGeom prst="homePlate">
            <a:avLst>
              <a:gd name="adj" fmla="val 21425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1:</a:t>
            </a:r>
          </a:p>
        </p:txBody>
      </p:sp>
      <p:sp>
        <p:nvSpPr>
          <p:cNvPr id="39" name="Richtungspfeil 38"/>
          <p:cNvSpPr/>
          <p:nvPr/>
        </p:nvSpPr>
        <p:spPr>
          <a:xfrm>
            <a:off x="588142" y="2302981"/>
            <a:ext cx="2163244" cy="872218"/>
          </a:xfrm>
          <a:prstGeom prst="homePlate">
            <a:avLst>
              <a:gd name="adj" fmla="val 21425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2:</a:t>
            </a:r>
          </a:p>
        </p:txBody>
      </p:sp>
      <p:sp>
        <p:nvSpPr>
          <p:cNvPr id="40" name="Richtungspfeil 39"/>
          <p:cNvSpPr/>
          <p:nvPr/>
        </p:nvSpPr>
        <p:spPr>
          <a:xfrm>
            <a:off x="588142" y="3337546"/>
            <a:ext cx="2163244" cy="872218"/>
          </a:xfrm>
          <a:prstGeom prst="homePlate">
            <a:avLst>
              <a:gd name="adj" fmla="val 21425"/>
            </a:avLst>
          </a:prstGeom>
          <a:solidFill>
            <a:srgbClr val="3B9B9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3:</a:t>
            </a:r>
          </a:p>
        </p:txBody>
      </p:sp>
      <p:sp>
        <p:nvSpPr>
          <p:cNvPr id="41" name="Richtungspfeil 40"/>
          <p:cNvSpPr/>
          <p:nvPr/>
        </p:nvSpPr>
        <p:spPr>
          <a:xfrm>
            <a:off x="588142" y="4375791"/>
            <a:ext cx="2163244" cy="872218"/>
          </a:xfrm>
          <a:prstGeom prst="homePlate">
            <a:avLst>
              <a:gd name="adj" fmla="val 21425"/>
            </a:avLst>
          </a:prstGeom>
          <a:solidFill>
            <a:srgbClr val="6CB4AD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4:</a:t>
            </a:r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96F7D8A9-6372-BF8D-5A94-7F0959406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414439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Build and test</a:t>
            </a:r>
          </a:p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b="1" dirty="0"/>
              <a:t>Use IDE build </a:t>
            </a:r>
            <a:r>
              <a:rPr lang="en-US" dirty="0"/>
              <a:t>or</a:t>
            </a:r>
            <a:r>
              <a:rPr lang="en-US" b="1" dirty="0"/>
              <a:t> </a:t>
            </a:r>
            <a:r>
              <a:rPr lang="en-US" dirty="0"/>
              <a:t>make build → make program</a:t>
            </a:r>
          </a:p>
        </p:txBody>
      </p:sp>
      <p:sp>
        <p:nvSpPr>
          <p:cNvPr id="6" name="Richtungspfeil 40">
            <a:extLst>
              <a:ext uri="{FF2B5EF4-FFF2-40B4-BE49-F238E27FC236}">
                <a16:creationId xmlns:a16="http://schemas.microsoft.com/office/drawing/2014/main" id="{A65315F7-3081-778D-812F-C10A6D957B41}"/>
              </a:ext>
            </a:extLst>
          </p:cNvPr>
          <p:cNvSpPr/>
          <p:nvPr/>
        </p:nvSpPr>
        <p:spPr>
          <a:xfrm>
            <a:off x="588142" y="5414036"/>
            <a:ext cx="2163244" cy="872218"/>
          </a:xfrm>
          <a:prstGeom prst="homePlate">
            <a:avLst>
              <a:gd name="adj" fmla="val 21425"/>
            </a:avLst>
          </a:prstGeom>
          <a:solidFill>
            <a:srgbClr val="B8DEDA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5: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5244702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1542D-99A7-3552-53FA-2016516A4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95BF8B7-0994-D1A8-6333-7C59198859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Creating a new custom BSP using standalone BSP Assistant</a:t>
            </a: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6A4E2E2D-9B56-91A6-83D2-317BA2DDE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1268416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Launch </a:t>
            </a:r>
            <a:r>
              <a:rPr lang="en-US" b="1" dirty="0">
                <a:latin typeface="+mn-lt"/>
              </a:rPr>
              <a:t>BSP Assistant </a:t>
            </a:r>
            <a:r>
              <a:rPr lang="en-US" dirty="0">
                <a:latin typeface="+mn-lt"/>
              </a:rPr>
              <a:t>from ModusToolbox™ Dashboard (or Windows Start menu)</a:t>
            </a:r>
          </a:p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Select "Create New BSP based on..." an existing Infineon kit BSP or Device Part Number</a:t>
            </a:r>
          </a:p>
        </p:txBody>
      </p:sp>
      <p:sp>
        <p:nvSpPr>
          <p:cNvPr id="33" name="Rectangle 17">
            <a:extLst>
              <a:ext uri="{FF2B5EF4-FFF2-40B4-BE49-F238E27FC236}">
                <a16:creationId xmlns:a16="http://schemas.microsoft.com/office/drawing/2014/main" id="{890E7E2A-E0E1-B68B-0206-2F03232A7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337813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/>
              <a:t>Open </a:t>
            </a:r>
            <a:r>
              <a:rPr lang="en-US" b="1" dirty="0"/>
              <a:t>Library Manager </a:t>
            </a:r>
            <a:r>
              <a:rPr lang="en-US" dirty="0"/>
              <a:t>in the project</a:t>
            </a:r>
          </a:p>
          <a:p>
            <a:pPr marL="861585" lvl="1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/>
              <a:t>If saved into </a:t>
            </a:r>
            <a:r>
              <a:rPr lang="en-US" dirty="0" err="1"/>
              <a:t>bsps</a:t>
            </a:r>
            <a:r>
              <a:rPr lang="en-US" dirty="0"/>
              <a:t>/: select and enable the new BSP as the active target</a:t>
            </a:r>
          </a:p>
          <a:p>
            <a:pPr marL="861585" lvl="1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/>
              <a:t>If saved externally: browse to and add the BSP, then enable it</a:t>
            </a:r>
          </a:p>
        </p:txBody>
      </p:sp>
      <p:sp>
        <p:nvSpPr>
          <p:cNvPr id="34" name="Rectangle 20">
            <a:extLst>
              <a:ext uri="{FF2B5EF4-FFF2-40B4-BE49-F238E27FC236}">
                <a16:creationId xmlns:a16="http://schemas.microsoft.com/office/drawing/2014/main" id="{86A4CD32-9F6A-98B7-CEFD-3D412B582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303115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b="1" dirty="0">
                <a:latin typeface="+mn-lt"/>
              </a:rPr>
              <a:t>Save the new BSP </a:t>
            </a:r>
            <a:r>
              <a:rPr lang="en-US" dirty="0">
                <a:latin typeface="+mn-lt"/>
              </a:rPr>
              <a:t>to one of two locations:</a:t>
            </a:r>
          </a:p>
          <a:p>
            <a:pPr marL="861585" lvl="1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Directly into the project's </a:t>
            </a:r>
            <a:r>
              <a:rPr lang="en-US" dirty="0" err="1">
                <a:latin typeface="+mn-lt"/>
              </a:rPr>
              <a:t>bsps</a:t>
            </a:r>
            <a:r>
              <a:rPr lang="en-US" dirty="0">
                <a:latin typeface="+mn-lt"/>
              </a:rPr>
              <a:t>/ folder (e.g., </a:t>
            </a:r>
            <a:r>
              <a:rPr lang="en-US" dirty="0" err="1">
                <a:latin typeface="+mn-lt"/>
              </a:rPr>
              <a:t>bsps</a:t>
            </a:r>
            <a:r>
              <a:rPr lang="en-US" dirty="0">
                <a:latin typeface="+mn-lt"/>
              </a:rPr>
              <a:t>/TARGET_MY_CUSTOM_BOARD/)</a:t>
            </a:r>
          </a:p>
          <a:p>
            <a:pPr marL="861585" lvl="1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An external location (to be added to the project later)</a:t>
            </a:r>
          </a:p>
        </p:txBody>
      </p:sp>
      <p:sp>
        <p:nvSpPr>
          <p:cNvPr id="35" name="Rectangle 23">
            <a:extLst>
              <a:ext uri="{FF2B5EF4-FFF2-40B4-BE49-F238E27FC236}">
                <a16:creationId xmlns:a16="http://schemas.microsoft.com/office/drawing/2014/main" id="{3CDA8FCD-4AEA-7D9B-248A-5FA57ABF6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376194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/>
              <a:t>Edit configuration using </a:t>
            </a:r>
            <a:r>
              <a:rPr lang="en-US" b="1" dirty="0"/>
              <a:t>Device Configurator</a:t>
            </a:r>
          </a:p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/>
              <a:t>Save → Device Configurator </a:t>
            </a:r>
            <a:r>
              <a:rPr lang="en-US" b="1" dirty="0"/>
              <a:t>regenerates configuration</a:t>
            </a:r>
          </a:p>
        </p:txBody>
      </p:sp>
      <p:sp>
        <p:nvSpPr>
          <p:cNvPr id="59" name="Richtungspfeil 58">
            <a:extLst>
              <a:ext uri="{FF2B5EF4-FFF2-40B4-BE49-F238E27FC236}">
                <a16:creationId xmlns:a16="http://schemas.microsoft.com/office/drawing/2014/main" id="{88679856-6094-8417-66D8-252C392D9731}"/>
              </a:ext>
            </a:extLst>
          </p:cNvPr>
          <p:cNvSpPr/>
          <p:nvPr/>
        </p:nvSpPr>
        <p:spPr>
          <a:xfrm>
            <a:off x="588142" y="1268416"/>
            <a:ext cx="2163244" cy="872218"/>
          </a:xfrm>
          <a:prstGeom prst="homePlate">
            <a:avLst>
              <a:gd name="adj" fmla="val 21425"/>
            </a:avLst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1:</a:t>
            </a:r>
          </a:p>
        </p:txBody>
      </p:sp>
      <p:sp>
        <p:nvSpPr>
          <p:cNvPr id="39" name="Richtungspfeil 38">
            <a:extLst>
              <a:ext uri="{FF2B5EF4-FFF2-40B4-BE49-F238E27FC236}">
                <a16:creationId xmlns:a16="http://schemas.microsoft.com/office/drawing/2014/main" id="{DACE7A49-79EC-D1A3-4B0A-CC04FB064550}"/>
              </a:ext>
            </a:extLst>
          </p:cNvPr>
          <p:cNvSpPr/>
          <p:nvPr/>
        </p:nvSpPr>
        <p:spPr>
          <a:xfrm>
            <a:off x="588142" y="2302981"/>
            <a:ext cx="2163244" cy="872218"/>
          </a:xfrm>
          <a:prstGeom prst="homePlate">
            <a:avLst>
              <a:gd name="adj" fmla="val 21425"/>
            </a:avLst>
          </a:prstGeom>
          <a:solidFill>
            <a:srgbClr val="0A8276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2:</a:t>
            </a:r>
          </a:p>
        </p:txBody>
      </p:sp>
      <p:sp>
        <p:nvSpPr>
          <p:cNvPr id="40" name="Richtungspfeil 39">
            <a:extLst>
              <a:ext uri="{FF2B5EF4-FFF2-40B4-BE49-F238E27FC236}">
                <a16:creationId xmlns:a16="http://schemas.microsoft.com/office/drawing/2014/main" id="{A5513580-7BB8-B735-FEC4-66736CC1B2CB}"/>
              </a:ext>
            </a:extLst>
          </p:cNvPr>
          <p:cNvSpPr/>
          <p:nvPr/>
        </p:nvSpPr>
        <p:spPr>
          <a:xfrm>
            <a:off x="588142" y="3337546"/>
            <a:ext cx="2163244" cy="872218"/>
          </a:xfrm>
          <a:prstGeom prst="homePlate">
            <a:avLst>
              <a:gd name="adj" fmla="val 21425"/>
            </a:avLst>
          </a:prstGeom>
          <a:solidFill>
            <a:srgbClr val="3B9B9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3:</a:t>
            </a:r>
          </a:p>
        </p:txBody>
      </p:sp>
      <p:sp>
        <p:nvSpPr>
          <p:cNvPr id="41" name="Richtungspfeil 40">
            <a:extLst>
              <a:ext uri="{FF2B5EF4-FFF2-40B4-BE49-F238E27FC236}">
                <a16:creationId xmlns:a16="http://schemas.microsoft.com/office/drawing/2014/main" id="{37286EE1-32CA-9AEF-61F8-FB63F1D01712}"/>
              </a:ext>
            </a:extLst>
          </p:cNvPr>
          <p:cNvSpPr/>
          <p:nvPr/>
        </p:nvSpPr>
        <p:spPr>
          <a:xfrm>
            <a:off x="588142" y="4375791"/>
            <a:ext cx="2163244" cy="872218"/>
          </a:xfrm>
          <a:prstGeom prst="homePlate">
            <a:avLst>
              <a:gd name="adj" fmla="val 21425"/>
            </a:avLst>
          </a:prstGeom>
          <a:solidFill>
            <a:srgbClr val="6CB4AD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4:</a:t>
            </a:r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FD69EE08-5747-C229-E1BC-98A508C98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414439"/>
            <a:ext cx="8483308" cy="872218"/>
          </a:xfrm>
          <a:prstGeom prst="rect">
            <a:avLst/>
          </a:prstGeom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dirty="0">
                <a:latin typeface="+mn-lt"/>
              </a:rPr>
              <a:t>Build and test</a:t>
            </a:r>
          </a:p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b="1" dirty="0">
                <a:latin typeface="+mn-lt"/>
              </a:rPr>
              <a:t>Use IDE build </a:t>
            </a:r>
            <a:r>
              <a:rPr lang="en-US" dirty="0">
                <a:latin typeface="+mn-lt"/>
              </a:rPr>
              <a:t>or</a:t>
            </a:r>
            <a:r>
              <a:rPr lang="en-US" b="1" dirty="0">
                <a:latin typeface="+mn-lt"/>
              </a:rPr>
              <a:t> </a:t>
            </a:r>
            <a:r>
              <a:rPr lang="en-US" dirty="0">
                <a:latin typeface="+mn-lt"/>
              </a:rPr>
              <a:t>make build → make program</a:t>
            </a:r>
          </a:p>
        </p:txBody>
      </p:sp>
      <p:sp>
        <p:nvSpPr>
          <p:cNvPr id="6" name="Richtungspfeil 40">
            <a:extLst>
              <a:ext uri="{FF2B5EF4-FFF2-40B4-BE49-F238E27FC236}">
                <a16:creationId xmlns:a16="http://schemas.microsoft.com/office/drawing/2014/main" id="{019D2DCF-FD77-8592-C1B4-47A373903A53}"/>
              </a:ext>
            </a:extLst>
          </p:cNvPr>
          <p:cNvSpPr/>
          <p:nvPr/>
        </p:nvSpPr>
        <p:spPr>
          <a:xfrm>
            <a:off x="588142" y="5414036"/>
            <a:ext cx="2163244" cy="872218"/>
          </a:xfrm>
          <a:prstGeom prst="homePlate">
            <a:avLst>
              <a:gd name="adj" fmla="val 21425"/>
            </a:avLst>
          </a:prstGeom>
          <a:solidFill>
            <a:srgbClr val="B8DEDA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altLang="de-DE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Step 5: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0384924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84CE3B-18E5-7745-B9DD-1185A6D20D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800" y="3724240"/>
            <a:ext cx="5688000" cy="2657511"/>
          </a:xfrm>
        </p:spPr>
        <p:txBody>
          <a:bodyPr/>
          <a:lstStyle/>
          <a:p>
            <a:r>
              <a:rPr lang="en-US" b="1" dirty="0">
                <a:solidFill>
                  <a:srgbClr val="0A8276"/>
                </a:solidFill>
              </a:rPr>
              <a:t>Project-local (simplest)</a:t>
            </a:r>
          </a:p>
          <a:p>
            <a:pPr lvl="1"/>
            <a:r>
              <a:rPr lang="en-US" dirty="0"/>
              <a:t>BSP lives in </a:t>
            </a:r>
            <a:r>
              <a:rPr lang="en-US" dirty="0" err="1"/>
              <a:t>bsp</a:t>
            </a:r>
            <a:r>
              <a:rPr lang="en-US" dirty="0"/>
              <a:t>/ directory, committed with project</a:t>
            </a:r>
          </a:p>
          <a:p>
            <a:pPr lvl="1"/>
            <a:r>
              <a:rPr lang="en-US" dirty="0"/>
              <a:t>Self-contained, no external dependencies</a:t>
            </a:r>
          </a:p>
          <a:p>
            <a:pPr lvl="1"/>
            <a:r>
              <a:rPr lang="en-US" dirty="0"/>
              <a:t>Version controlled by the project’s own Git history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772F52F-DDF6-BA66-D394-8440463393D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7439" y="3724240"/>
            <a:ext cx="5689202" cy="2657511"/>
          </a:xfrm>
        </p:spPr>
        <p:txBody>
          <a:bodyPr/>
          <a:lstStyle/>
          <a:p>
            <a:r>
              <a:rPr lang="en-US" b="1" dirty="0">
                <a:solidFill>
                  <a:srgbClr val="0A8276"/>
                </a:solidFill>
              </a:rPr>
              <a:t>Shared via Git repo</a:t>
            </a:r>
          </a:p>
          <a:p>
            <a:pPr lvl="1"/>
            <a:r>
              <a:rPr lang="en-US" dirty="0"/>
              <a:t>Commit custom BSP(s) to dedicated Git repo</a:t>
            </a:r>
          </a:p>
          <a:p>
            <a:pPr lvl="1"/>
            <a:r>
              <a:rPr lang="en-US" dirty="0"/>
              <a:t>Team members clone the repo to local folder</a:t>
            </a:r>
          </a:p>
          <a:p>
            <a:pPr lvl="1"/>
            <a:r>
              <a:rPr lang="en-US" dirty="0"/>
              <a:t>For new projects</a:t>
            </a:r>
          </a:p>
          <a:p>
            <a:pPr lvl="2"/>
            <a:r>
              <a:rPr lang="en-US" dirty="0"/>
              <a:t>Open Project Creator and browse for local BSP folder</a:t>
            </a:r>
          </a:p>
          <a:p>
            <a:pPr lvl="2"/>
            <a:r>
              <a:rPr lang="en-US" dirty="0"/>
              <a:t>Select folder and continue with application election</a:t>
            </a:r>
          </a:p>
          <a:p>
            <a:pPr lvl="1"/>
            <a:r>
              <a:rPr lang="en-US" dirty="0"/>
              <a:t>For existing projects</a:t>
            </a:r>
          </a:p>
          <a:p>
            <a:pPr lvl="2"/>
            <a:r>
              <a:rPr lang="en-US" dirty="0"/>
              <a:t>Use Library Manager to add / enable BSP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CADF0-2C09-1495-530C-BF64B24A0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Your custom BSP available to others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0ED0786-0FCA-36B4-F174-252F9DCA1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549954"/>
              </p:ext>
            </p:extLst>
          </p:nvPr>
        </p:nvGraphicFramePr>
        <p:xfrm>
          <a:off x="334963" y="1257300"/>
          <a:ext cx="11520486" cy="21183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789237">
                  <a:extLst>
                    <a:ext uri="{9D8B030D-6E8A-4147-A177-3AD203B41FA5}">
                      <a16:colId xmlns:a16="http://schemas.microsoft.com/office/drawing/2014/main" val="3833579573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3228748250"/>
                    </a:ext>
                  </a:extLst>
                </a:gridCol>
                <a:gridCol w="4464049">
                  <a:extLst>
                    <a:ext uri="{9D8B030D-6E8A-4147-A177-3AD203B41FA5}">
                      <a16:colId xmlns:a16="http://schemas.microsoft.com/office/drawing/2014/main" val="2596104662"/>
                    </a:ext>
                  </a:extLst>
                </a:gridCol>
              </a:tblGrid>
              <a:tr h="302607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Method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How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Best For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152264858"/>
                  </a:ext>
                </a:extLst>
              </a:tr>
              <a:tr h="368391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Project-local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BSP lives in 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  <a:effectLst/>
                        </a:rPr>
                        <a:t>bsps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/ inside the project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</a:rPr>
                        <a:t>Single project, self-contained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250249699"/>
                  </a:ext>
                </a:extLst>
              </a:tr>
              <a:tr h="578901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Shared via Git repo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BSP(s) committed to a dedicated repo, cloned locally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Team-wide use, multiple projects, easy distribution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958077531"/>
                  </a:ext>
                </a:extLst>
              </a:tr>
              <a:tr h="578901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Manifest-published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BSP in its own Git repo, referenced via custom manifest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Organization-wide standard, integrated with Library Manager (power-user)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129130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10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F7B3F1-817A-0E66-60B4-507A38BCA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 for custom BSPs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22B05A2-83F9-28CC-31A2-5809CC086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07575"/>
              </p:ext>
            </p:extLst>
          </p:nvPr>
        </p:nvGraphicFramePr>
        <p:xfrm>
          <a:off x="334963" y="1447800"/>
          <a:ext cx="11520486" cy="45872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151437">
                  <a:extLst>
                    <a:ext uri="{9D8B030D-6E8A-4147-A177-3AD203B41FA5}">
                      <a16:colId xmlns:a16="http://schemas.microsoft.com/office/drawing/2014/main" val="4027722008"/>
                    </a:ext>
                  </a:extLst>
                </a:gridCol>
                <a:gridCol w="6369049">
                  <a:extLst>
                    <a:ext uri="{9D8B030D-6E8A-4147-A177-3AD203B41FA5}">
                      <a16:colId xmlns:a16="http://schemas.microsoft.com/office/drawing/2014/main" val="241955005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Practice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Why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41915569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Always start from a kit BSP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</a:rPr>
                        <a:t>Ensures correct startup, linker, and configurator files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670075917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Modify freely — the BSP is yours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</a:rPr>
                        <a:t>BSPs were moved into the project specifically so users can customize them. The original Infineon BSP can always be restored via Library Manager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884555827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Use descriptive naming for custom boards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TARGET_MY_PRODUCT_V2 — makes it clear this targets specific hardware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30018734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Version your custom BSP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Use Git tags so projects can pin to a known-good BSP version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4216411616"/>
                  </a:ext>
                </a:extLst>
              </a:tr>
              <a:tr h="117348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Document pin changes in Device Configurator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Use the </a:t>
                      </a: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User Notes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 feature (recent addition) to annotate pin assignments, clock choices, and design rationale directly in 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  <a:effectLst/>
                        </a:rPr>
                        <a:t>design.modus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 — stays with the configuration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4698157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Test with Device Configurator first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Validate pin/clock config before writing application code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002202179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B505B243-203C-565B-A16A-3C64DE25D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1638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9894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A848F-0A2B-C019-C206-FA6621200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49B8BA9-AB89-8930-F095-FE8ABE988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2134800"/>
            <a:ext cx="8137525" cy="2361000"/>
          </a:xfrm>
        </p:spPr>
        <p:txBody>
          <a:bodyPr anchor="t"/>
          <a:lstStyle/>
          <a:p>
            <a:r>
              <a:rPr lang="en-US" dirty="0"/>
              <a:t>Demo / Exercise</a:t>
            </a:r>
            <a:br>
              <a:rPr lang="en-US" dirty="0"/>
            </a:br>
            <a:r>
              <a:rPr lang="en-US" sz="3200" b="0" dirty="0"/>
              <a:t>Create your own custom BSP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012196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3BA49-B470-1A77-5907-23238B80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E8962E3-1961-A2CA-0B5E-869AECEA8B0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874601934"/>
              </p:ext>
            </p:extLst>
          </p:nvPr>
        </p:nvGraphicFramePr>
        <p:xfrm>
          <a:off x="334963" y="1295400"/>
          <a:ext cx="11520486" cy="44653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808037">
                  <a:extLst>
                    <a:ext uri="{9D8B030D-6E8A-4147-A177-3AD203B41FA5}">
                      <a16:colId xmlns:a16="http://schemas.microsoft.com/office/drawing/2014/main" val="2671743513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1029622647"/>
                    </a:ext>
                  </a:extLst>
                </a:gridCol>
                <a:gridCol w="4845049">
                  <a:extLst>
                    <a:ext uri="{9D8B030D-6E8A-4147-A177-3AD203B41FA5}">
                      <a16:colId xmlns:a16="http://schemas.microsoft.com/office/drawing/2014/main" val="873793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Step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Action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Expected Result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442702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Copy the kit BSP from your project into a new </a:t>
                      </a:r>
                      <a:r>
                        <a:rPr lang="en-US" dirty="0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TARGET_MY_BOARD/ 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directory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New BSP directory appears in </a:t>
                      </a:r>
                      <a:r>
                        <a:rPr lang="en-US" dirty="0" err="1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bsps</a:t>
                      </a:r>
                      <a:r>
                        <a:rPr lang="en-US" dirty="0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/</a:t>
                      </a:r>
                    </a:p>
                  </a:txBody>
                  <a:tcPr marL="182880" marR="182880" marT="91440" marB="182880"/>
                </a:tc>
                <a:extLst>
                  <a:ext uri="{0D108BD9-81ED-4DB2-BD59-A6C34878D82A}">
                    <a16:rowId xmlns:a16="http://schemas.microsoft.com/office/drawing/2014/main" val="3029956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Switch to the new BSP: </a:t>
                      </a:r>
                      <a:r>
                        <a:rPr lang="en-US" b="1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Library Manager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 </a:t>
                      </a:r>
                      <a:b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</a:b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   (select </a:t>
                      </a:r>
                      <a:r>
                        <a:rPr lang="en-US" dirty="0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MY_BOARD 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→ </a:t>
                      </a:r>
                      <a:r>
                        <a:rPr lang="en-US" b="1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Update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)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or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edit </a:t>
                      </a:r>
                      <a:r>
                        <a:rPr lang="en-US" dirty="0" err="1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Makefile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dirty="0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TARGET=MY_BOARD 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→ make </a:t>
                      </a:r>
                      <a:r>
                        <a:rPr lang="en-US" dirty="0" err="1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getlibs</a:t>
                      </a:r>
                      <a:endParaRPr lang="en-US" dirty="0">
                        <a:solidFill>
                          <a:srgbClr val="222222"/>
                        </a:solidFill>
                        <a:effectLst/>
                        <a:latin typeface="+mj-lt"/>
                      </a:endParaRP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 err="1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Makefile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dirty="0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TARGET=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 updated, </a:t>
                      </a:r>
                      <a:r>
                        <a:rPr lang="en-US" dirty="0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libs/mtb.mk 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regenerated</a:t>
                      </a:r>
                    </a:p>
                  </a:txBody>
                  <a:tcPr marL="182880" marR="182880" marT="91440" marB="182880"/>
                </a:tc>
                <a:extLst>
                  <a:ext uri="{0D108BD9-81ED-4DB2-BD59-A6C34878D82A}">
                    <a16:rowId xmlns:a16="http://schemas.microsoft.com/office/drawing/2014/main" val="200662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Open Device Configurator on the new BSP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See the inherited kit configuration</a:t>
                      </a:r>
                    </a:p>
                  </a:txBody>
                  <a:tcPr marL="182880" marR="182880" marT="91440" marB="182880"/>
                </a:tc>
                <a:extLst>
                  <a:ext uri="{0D108BD9-81ED-4DB2-BD59-A6C34878D82A}">
                    <a16:rowId xmlns:a16="http://schemas.microsoft.com/office/drawing/2014/main" val="3748736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Change one pin assignment (e.g., move </a:t>
                      </a:r>
                      <a:r>
                        <a:rPr lang="en-US" dirty="0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USER_LED 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to a different pin)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Config updates visually</a:t>
                      </a:r>
                    </a:p>
                  </a:txBody>
                  <a:tcPr marL="182880" marR="182880" marT="91440" marB="182880"/>
                </a:tc>
                <a:extLst>
                  <a:ext uri="{0D108BD9-81ED-4DB2-BD59-A6C34878D82A}">
                    <a16:rowId xmlns:a16="http://schemas.microsoft.com/office/drawing/2014/main" val="2201572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Save the configurator changes</a:t>
                      </a:r>
                    </a:p>
                  </a:txBody>
                  <a:tcPr marL="182880" marR="182880" marT="9144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dirty="0" err="1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GeneratedSource</a:t>
                      </a:r>
                      <a:r>
                        <a:rPr lang="en-US" dirty="0">
                          <a:solidFill>
                            <a:srgbClr val="0A8276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en-US" dirty="0">
                          <a:solidFill>
                            <a:srgbClr val="222222"/>
                          </a:solidFill>
                          <a:effectLst/>
                          <a:latin typeface="+mj-lt"/>
                        </a:rPr>
                        <a:t> files regenerate</a:t>
                      </a:r>
                    </a:p>
                  </a:txBody>
                  <a:tcPr marL="182880" marR="182880" marT="91440" marB="182880"/>
                </a:tc>
                <a:extLst>
                  <a:ext uri="{0D108BD9-81ED-4DB2-BD59-A6C34878D82A}">
                    <a16:rowId xmlns:a16="http://schemas.microsoft.com/office/drawing/2014/main" val="2647339287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91A363B8-A371-B19C-2641-B4CEF7CB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- Create your own custom BSP</a:t>
            </a:r>
          </a:p>
        </p:txBody>
      </p:sp>
    </p:spTree>
    <p:extLst>
      <p:ext uri="{BB962C8B-B14F-4D97-AF65-F5344CB8AC3E}">
        <p14:creationId xmlns:p14="http://schemas.microsoft.com/office/powerpoint/2010/main" val="4539702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FA805-32EF-5B4D-B9AA-62224D85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Middleware integration with </a:t>
            </a:r>
            <a:br>
              <a:rPr lang="en-US" dirty="0"/>
            </a:br>
            <a:r>
              <a:rPr lang="en-US" dirty="0"/>
              <a:t>Library Manager and </a:t>
            </a:r>
            <a:r>
              <a:rPr lang="en-US" dirty="0" err="1"/>
              <a:t>Makefiles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559441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50812-6F79-F454-C845-74E674A2E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F5CE6A-C9DA-6CC5-6672-D649B9DD1F5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/>
              <a:t>What it does: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View all middleware currently in your project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Add new middleware libraries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Update existing libraries to newer versions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Remove libraries you no longer need</a:t>
            </a:r>
          </a:p>
          <a:p>
            <a:pPr>
              <a:spcAft>
                <a:spcPts val="600"/>
              </a:spcAft>
            </a:pP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/>
              <a:t>How to launch: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Eclipse IDE: </a:t>
            </a:r>
            <a:r>
              <a:rPr lang="en-US" sz="2000" b="1" dirty="0"/>
              <a:t>Tools → Library Manager </a:t>
            </a:r>
            <a:r>
              <a:rPr lang="en-US" sz="2000" dirty="0"/>
              <a:t>(or Quick Panel)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VS Code: </a:t>
            </a:r>
            <a:r>
              <a:rPr lang="en-US" sz="2000" b="1" dirty="0"/>
              <a:t>ModusToolbox™ Assistant extension </a:t>
            </a:r>
            <a:r>
              <a:rPr lang="en-US" sz="2000" dirty="0"/>
              <a:t>→ Application tab → Configure Middleware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Command line: </a:t>
            </a:r>
            <a:r>
              <a:rPr lang="en-US" sz="2000" dirty="0">
                <a:solidFill>
                  <a:srgbClr val="0A8276"/>
                </a:solidFill>
              </a:rPr>
              <a:t>make </a:t>
            </a:r>
            <a:r>
              <a:rPr lang="en-US" sz="2000" dirty="0" err="1">
                <a:solidFill>
                  <a:srgbClr val="0A8276"/>
                </a:solidFill>
              </a:rPr>
              <a:t>modlibs</a:t>
            </a:r>
            <a:r>
              <a:rPr lang="en-US" sz="2000" dirty="0">
                <a:solidFill>
                  <a:srgbClr val="0A8276"/>
                </a:solidFill>
              </a:rPr>
              <a:t> </a:t>
            </a:r>
            <a:r>
              <a:rPr lang="en-US" sz="2000" dirty="0"/>
              <a:t>or </a:t>
            </a:r>
            <a:r>
              <a:rPr lang="en-US" sz="2000" dirty="0">
                <a:solidFill>
                  <a:srgbClr val="0A8276"/>
                </a:solidFill>
              </a:rPr>
              <a:t>make library-manager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C775E9-BF1E-7451-07CB-06749FA8E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Library Manager Overview</a:t>
            </a:r>
          </a:p>
        </p:txBody>
      </p:sp>
    </p:spTree>
    <p:extLst>
      <p:ext uri="{BB962C8B-B14F-4D97-AF65-F5344CB8AC3E}">
        <p14:creationId xmlns:p14="http://schemas.microsoft.com/office/powerpoint/2010/main" val="29938389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6C7BE25-19D7-9600-BD93-1E65035EE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libraries across workspace projects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E46990B-3F9A-20A7-9A7F-5A7A09353E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10600" y="1524000"/>
            <a:ext cx="3091800" cy="4857751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sz="1600" dirty="0"/>
              <a:t>One copy on disk, </a:t>
            </a:r>
            <a:br>
              <a:rPr lang="en-US" sz="1600" dirty="0"/>
            </a:br>
            <a:r>
              <a:rPr lang="en-US" sz="1600" dirty="0"/>
              <a:t>shared across all projects at that version</a:t>
            </a:r>
          </a:p>
          <a:p>
            <a:pPr>
              <a:spcAft>
                <a:spcPts val="1800"/>
              </a:spcAft>
            </a:pPr>
            <a:r>
              <a:rPr lang="en-US" sz="1600" dirty="0"/>
              <a:t>Multiple versions coexist: </a:t>
            </a:r>
            <a:br>
              <a:rPr lang="en-US" sz="1600" dirty="0"/>
            </a:br>
            <a:r>
              <a:rPr lang="en-US" sz="1600" dirty="0">
                <a:solidFill>
                  <a:srgbClr val="0A8276"/>
                </a:solidFill>
              </a:rPr>
              <a:t>release-v1.8.0/</a:t>
            </a:r>
            <a:r>
              <a:rPr lang="en-US" sz="1600" dirty="0"/>
              <a:t> and </a:t>
            </a:r>
            <a:br>
              <a:rPr lang="en-US" sz="1600" dirty="0"/>
            </a:br>
            <a:r>
              <a:rPr lang="en-US" sz="1600" dirty="0">
                <a:solidFill>
                  <a:srgbClr val="0A8276"/>
                </a:solidFill>
              </a:rPr>
              <a:t>release-v1.9.0/</a:t>
            </a:r>
            <a:r>
              <a:rPr lang="en-US" sz="1600" dirty="0"/>
              <a:t> side by side</a:t>
            </a:r>
          </a:p>
          <a:p>
            <a:pPr>
              <a:spcAft>
                <a:spcPts val="1800"/>
              </a:spcAft>
            </a:pPr>
            <a:r>
              <a:rPr lang="en-US" sz="1600" dirty="0"/>
              <a:t>libs/mtb.mk contains </a:t>
            </a:r>
            <a:br>
              <a:rPr lang="en-US" sz="1600" dirty="0"/>
            </a:br>
            <a:r>
              <a:rPr lang="en-US" sz="1600" dirty="0"/>
              <a:t>SEARCH_* paths that point the build system to </a:t>
            </a:r>
            <a:r>
              <a:rPr lang="en-US" sz="1600" dirty="0" err="1">
                <a:solidFill>
                  <a:srgbClr val="0A8276"/>
                </a:solidFill>
              </a:rPr>
              <a:t>mtb_shared</a:t>
            </a:r>
            <a:r>
              <a:rPr lang="en-US" sz="1600" dirty="0">
                <a:solidFill>
                  <a:srgbClr val="0A8276"/>
                </a:solidFill>
              </a:rPr>
              <a:t>/</a:t>
            </a:r>
          </a:p>
          <a:p>
            <a:pPr>
              <a:spcAft>
                <a:spcPts val="1800"/>
              </a:spcAft>
            </a:pPr>
            <a:r>
              <a:rPr lang="en-US" sz="1600" dirty="0"/>
              <a:t>Pin to release tags in </a:t>
            </a:r>
            <a:r>
              <a:rPr lang="en-US" sz="1600" dirty="0">
                <a:solidFill>
                  <a:srgbClr val="0A8276"/>
                </a:solidFill>
              </a:rPr>
              <a:t>.</a:t>
            </a:r>
            <a:r>
              <a:rPr lang="en-US" sz="1600" dirty="0" err="1">
                <a:solidFill>
                  <a:srgbClr val="0A8276"/>
                </a:solidFill>
              </a:rPr>
              <a:t>mtb</a:t>
            </a:r>
            <a:r>
              <a:rPr lang="en-US" sz="1600" dirty="0">
                <a:solidFill>
                  <a:srgbClr val="0A8276"/>
                </a:solidFill>
              </a:rPr>
              <a:t> </a:t>
            </a:r>
            <a:r>
              <a:rPr lang="en-US" sz="1600" dirty="0"/>
              <a:t>files for reproducible builds</a:t>
            </a:r>
            <a:endParaRPr lang="en-US" dirty="0"/>
          </a:p>
        </p:txBody>
      </p:sp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DB1612CD-9D48-5964-4D82-0E242000F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277939"/>
            <a:ext cx="8056440" cy="417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678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50800C6-5AE9-FBA0-B0A4-57247CF4E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Adding middleware to project</a:t>
            </a:r>
          </a:p>
        </p:txBody>
      </p:sp>
      <p:sp>
        <p:nvSpPr>
          <p:cNvPr id="7" name="Chevron 6">
            <a:extLst>
              <a:ext uri="{FF2B5EF4-FFF2-40B4-BE49-F238E27FC236}">
                <a16:creationId xmlns:a16="http://schemas.microsoft.com/office/drawing/2014/main" id="{08AF3F57-F3FB-1B01-DBF4-1FAE412F3822}"/>
              </a:ext>
            </a:extLst>
          </p:cNvPr>
          <p:cNvSpPr/>
          <p:nvPr/>
        </p:nvSpPr>
        <p:spPr>
          <a:xfrm rot="5400000">
            <a:off x="4786974" y="4311034"/>
            <a:ext cx="1626475" cy="2513623"/>
          </a:xfrm>
          <a:prstGeom prst="chevron">
            <a:avLst>
              <a:gd name="adj" fmla="val 20758"/>
            </a:avLst>
          </a:prstGeom>
          <a:solidFill>
            <a:schemeClr val="tx2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216000" tIns="72000" rIns="72000" bIns="72000" rtlCol="0" anchor="t" anchorCtr="0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Step 04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Build system picks it up</a:t>
            </a:r>
          </a:p>
        </p:txBody>
      </p:sp>
      <p:sp>
        <p:nvSpPr>
          <p:cNvPr id="8" name="Chevron 20">
            <a:extLst>
              <a:ext uri="{FF2B5EF4-FFF2-40B4-BE49-F238E27FC236}">
                <a16:creationId xmlns:a16="http://schemas.microsoft.com/office/drawing/2014/main" id="{66B06299-F78C-462F-99B0-9396F176D004}"/>
              </a:ext>
            </a:extLst>
          </p:cNvPr>
          <p:cNvSpPr/>
          <p:nvPr/>
        </p:nvSpPr>
        <p:spPr>
          <a:xfrm rot="5400000">
            <a:off x="4786974" y="3052000"/>
            <a:ext cx="1626475" cy="2513623"/>
          </a:xfrm>
          <a:prstGeom prst="chevron">
            <a:avLst>
              <a:gd name="adj" fmla="val 20758"/>
            </a:avLst>
          </a:prstGeom>
          <a:solidFill>
            <a:srgbClr val="3B9B91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216000" tIns="72000" rIns="72000" bIns="72000" rtlCol="0" anchor="t" anchorCtr="0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Step 03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Project updated</a:t>
            </a:r>
          </a:p>
        </p:txBody>
      </p:sp>
      <p:sp>
        <p:nvSpPr>
          <p:cNvPr id="9" name="Chevron 21">
            <a:extLst>
              <a:ext uri="{FF2B5EF4-FFF2-40B4-BE49-F238E27FC236}">
                <a16:creationId xmlns:a16="http://schemas.microsoft.com/office/drawing/2014/main" id="{F5FA16DA-303A-1E2B-5BD5-11025D05B027}"/>
              </a:ext>
            </a:extLst>
          </p:cNvPr>
          <p:cNvSpPr/>
          <p:nvPr/>
        </p:nvSpPr>
        <p:spPr>
          <a:xfrm rot="5400000">
            <a:off x="4786973" y="1787967"/>
            <a:ext cx="1626476" cy="2513623"/>
          </a:xfrm>
          <a:prstGeom prst="chevron">
            <a:avLst>
              <a:gd name="adj" fmla="val 20758"/>
            </a:avLst>
          </a:prstGeom>
          <a:solidFill>
            <a:srgbClr val="6CB4AD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216000" tIns="72000" rIns="72000" bIns="72000" rtlCol="0" anchor="t" anchorCtr="0"/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Step 02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</a:rPr>
              <a:t>Click update in Library Manager</a:t>
            </a:r>
          </a:p>
        </p:txBody>
      </p:sp>
      <p:sp>
        <p:nvSpPr>
          <p:cNvPr id="10" name="Pentagon 3">
            <a:extLst>
              <a:ext uri="{FF2B5EF4-FFF2-40B4-BE49-F238E27FC236}">
                <a16:creationId xmlns:a16="http://schemas.microsoft.com/office/drawing/2014/main" id="{60523A9E-0BEE-292D-3F6F-CFDF9F186134}"/>
              </a:ext>
            </a:extLst>
          </p:cNvPr>
          <p:cNvSpPr/>
          <p:nvPr/>
        </p:nvSpPr>
        <p:spPr>
          <a:xfrm rot="5400000">
            <a:off x="4916766" y="695718"/>
            <a:ext cx="1366890" cy="2513623"/>
          </a:xfrm>
          <a:prstGeom prst="homePlate">
            <a:avLst>
              <a:gd name="adj" fmla="val 22102"/>
            </a:avLst>
          </a:prstGeom>
          <a:solidFill>
            <a:srgbClr val="B8DEDA"/>
          </a:solidFill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lIns="216000" tIns="72000" rIns="72000" bIns="72000" rtlCol="0" anchor="ctr" anchorCtr="0"/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Step 01</a:t>
            </a:r>
          </a:p>
          <a:p>
            <a:pPr algn="ctr">
              <a:lnSpc>
                <a:spcPct val="90000"/>
              </a:lnSpc>
            </a:pPr>
            <a:r>
              <a:rPr lang="en-US" sz="1200" dirty="0">
                <a:solidFill>
                  <a:schemeClr val="bg1"/>
                </a:solidFill>
              </a:rPr>
              <a:t>Select library in Library Manager</a:t>
            </a:r>
          </a:p>
        </p:txBody>
      </p:sp>
      <p:sp>
        <p:nvSpPr>
          <p:cNvPr id="32" name="TextBox">
            <a:extLst>
              <a:ext uri="{FF2B5EF4-FFF2-40B4-BE49-F238E27FC236}">
                <a16:creationId xmlns:a16="http://schemas.microsoft.com/office/drawing/2014/main" id="{E14F5E71-71CB-2F2E-757F-85B551B04AFB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auto">
          <a:xfrm>
            <a:off x="7920486" y="2484713"/>
            <a:ext cx="4042914" cy="9830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A8276"/>
                </a:solidFill>
              </a:rPr>
              <a:t>.</a:t>
            </a:r>
            <a:r>
              <a:rPr lang="en-US" sz="1600" b="1" dirty="0" err="1">
                <a:solidFill>
                  <a:srgbClr val="0A8276"/>
                </a:solidFill>
              </a:rPr>
              <a:t>mtb</a:t>
            </a:r>
            <a:r>
              <a:rPr lang="en-US" sz="1600" b="1" dirty="0">
                <a:solidFill>
                  <a:srgbClr val="0A8276"/>
                </a:solidFill>
              </a:rPr>
              <a:t> </a:t>
            </a:r>
            <a:r>
              <a:rPr lang="en-US" sz="1600" dirty="0"/>
              <a:t>file created (including dependencies)</a:t>
            </a:r>
            <a:br>
              <a:rPr lang="en-US" sz="1600" dirty="0"/>
            </a:br>
            <a:r>
              <a:rPr lang="en-US" sz="1600" b="1" dirty="0">
                <a:solidFill>
                  <a:srgbClr val="0A8276"/>
                </a:solidFill>
              </a:rPr>
              <a:t>make </a:t>
            </a:r>
            <a:r>
              <a:rPr lang="en-US" sz="1600" b="1" dirty="0" err="1">
                <a:solidFill>
                  <a:srgbClr val="0A8276"/>
                </a:solidFill>
              </a:rPr>
              <a:t>getlibs</a:t>
            </a:r>
            <a:r>
              <a:rPr lang="en-US" sz="1600" dirty="0">
                <a:solidFill>
                  <a:srgbClr val="0A8276"/>
                </a:solidFill>
              </a:rPr>
              <a:t> </a:t>
            </a:r>
            <a:r>
              <a:rPr lang="en-US" sz="1600" dirty="0"/>
              <a:t>performed</a:t>
            </a:r>
            <a:br>
              <a:rPr lang="en-US" sz="1600" dirty="0"/>
            </a:br>
            <a:r>
              <a:rPr lang="en-US" sz="1600" dirty="0"/>
              <a:t>Library source is added to workspace</a:t>
            </a:r>
          </a:p>
        </p:txBody>
      </p:sp>
      <p:sp>
        <p:nvSpPr>
          <p:cNvPr id="33" name="TextBox">
            <a:extLst>
              <a:ext uri="{FF2B5EF4-FFF2-40B4-BE49-F238E27FC236}">
                <a16:creationId xmlns:a16="http://schemas.microsoft.com/office/drawing/2014/main" id="{0E728898-06A3-C9EE-C7F5-E625E5E435CE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auto">
          <a:xfrm>
            <a:off x="7976606" y="4850614"/>
            <a:ext cx="3529594" cy="13215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Next </a:t>
            </a:r>
            <a:r>
              <a:rPr lang="en-US" sz="1600" b="1" dirty="0">
                <a:solidFill>
                  <a:srgbClr val="0A8276"/>
                </a:solidFill>
              </a:rPr>
              <a:t>make build</a:t>
            </a:r>
            <a:r>
              <a:rPr lang="en-US" sz="1600" dirty="0">
                <a:solidFill>
                  <a:srgbClr val="0A8276"/>
                </a:solidFill>
              </a:rPr>
              <a:t> </a:t>
            </a:r>
            <a:r>
              <a:rPr lang="en-US" sz="1600" dirty="0"/>
              <a:t>automatically compiles the new library</a:t>
            </a:r>
          </a:p>
          <a:p>
            <a:pPr marL="0" indent="0">
              <a:buNone/>
            </a:pPr>
            <a:r>
              <a:rPr lang="en-US" sz="1600" dirty="0"/>
              <a:t>No manual </a:t>
            </a:r>
            <a:r>
              <a:rPr lang="en-US" sz="1600" dirty="0" err="1"/>
              <a:t>Makefile</a:t>
            </a:r>
            <a:r>
              <a:rPr lang="en-US" sz="1600" dirty="0"/>
              <a:t> edits to </a:t>
            </a:r>
            <a:br>
              <a:rPr lang="en-US" sz="1600" dirty="0"/>
            </a:br>
            <a:r>
              <a:rPr lang="en-US" sz="1600" i="1" dirty="0">
                <a:solidFill>
                  <a:srgbClr val="0A8276"/>
                </a:solidFill>
              </a:rPr>
              <a:t>“include library source” </a:t>
            </a:r>
          </a:p>
        </p:txBody>
      </p:sp>
      <p:sp>
        <p:nvSpPr>
          <p:cNvPr id="34" name="TextBox">
            <a:extLst>
              <a:ext uri="{FF2B5EF4-FFF2-40B4-BE49-F238E27FC236}">
                <a16:creationId xmlns:a16="http://schemas.microsoft.com/office/drawing/2014/main" id="{54528C9C-9226-5B1D-A1DF-1536BDADE672}"/>
              </a:ext>
            </a:extLst>
          </p:cNvPr>
          <p:cNvSpPr txBox="1"/>
          <p:nvPr>
            <p:custDataLst>
              <p:tags r:id="rId4"/>
            </p:custDataLst>
          </p:nvPr>
        </p:nvSpPr>
        <p:spPr bwMode="auto">
          <a:xfrm>
            <a:off x="771524" y="1369042"/>
            <a:ext cx="2614216" cy="993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pPr marL="0" indent="0" algn="r">
              <a:buNone/>
            </a:pPr>
            <a:r>
              <a:rPr lang="en-US" sz="1600" dirty="0"/>
              <a:t>Click "</a:t>
            </a:r>
            <a:r>
              <a:rPr lang="en-US" sz="1600" b="1" dirty="0">
                <a:solidFill>
                  <a:srgbClr val="0A8276"/>
                </a:solidFill>
              </a:rPr>
              <a:t>Add Library</a:t>
            </a:r>
            <a:r>
              <a:rPr lang="en-US" sz="1600" dirty="0"/>
              <a:t>"</a:t>
            </a:r>
            <a:br>
              <a:rPr lang="en-US" sz="1600" dirty="0"/>
            </a:br>
            <a:r>
              <a:rPr lang="en-US" sz="1600" dirty="0"/>
              <a:t>in the Library Manager UI</a:t>
            </a:r>
            <a:br>
              <a:rPr lang="en-US" sz="1600" dirty="0"/>
            </a:br>
            <a:r>
              <a:rPr lang="en-US" sz="1600" dirty="0"/>
              <a:t>Select required middleware</a:t>
            </a:r>
            <a:endParaRPr lang="en-US" sz="1200" dirty="0"/>
          </a:p>
        </p:txBody>
      </p:sp>
      <p:sp>
        <p:nvSpPr>
          <p:cNvPr id="35" name="TextBox">
            <a:extLst>
              <a:ext uri="{FF2B5EF4-FFF2-40B4-BE49-F238E27FC236}">
                <a16:creationId xmlns:a16="http://schemas.microsoft.com/office/drawing/2014/main" id="{3CE05592-7A9E-51AA-2E18-382EE6B3FEA7}"/>
              </a:ext>
            </a:extLst>
          </p:cNvPr>
          <p:cNvSpPr txBox="1"/>
          <p:nvPr>
            <p:custDataLst>
              <p:tags r:id="rId5"/>
            </p:custDataLst>
          </p:nvPr>
        </p:nvSpPr>
        <p:spPr bwMode="auto">
          <a:xfrm>
            <a:off x="304800" y="3827580"/>
            <a:ext cx="3080941" cy="15826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800" baseline="0">
                <a:latin typeface="+mn-lt"/>
              </a:defRPr>
            </a:lvl1pPr>
            <a:lvl2pPr marL="432000" lvl="1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sz="1600">
                <a:latin typeface="+mn-lt"/>
              </a:defRPr>
            </a:lvl2pPr>
            <a:lvl3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3pPr>
            <a:lvl4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4pPr>
            <a:lvl5pPr marL="648000" indent="-216000" defTabSz="576000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Symbol" panose="05050102010706020507" pitchFamily="18" charset="2"/>
              <a:buChar char="-"/>
              <a:defRPr baseline="0">
                <a:latin typeface="+mn-lt"/>
              </a:defRPr>
            </a:lvl5pPr>
            <a:lvl6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 baseline="0">
                <a:latin typeface="+mn-lt"/>
              </a:defRPr>
            </a:lvl6pPr>
            <a:lvl7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7pPr>
            <a:lvl8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8pPr>
            <a:lvl9pPr marL="648000" indent="-216000" defTabSz="576000" fontAlgn="base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defRPr>
                <a:latin typeface="+mn-lt"/>
              </a:defRPr>
            </a:lvl9pPr>
          </a:lstStyle>
          <a:p>
            <a:pPr marL="0" indent="0" algn="r">
              <a:buNone/>
            </a:pPr>
            <a:r>
              <a:rPr lang="en-US" sz="1600" dirty="0" err="1"/>
              <a:t>Makefiles</a:t>
            </a:r>
            <a:r>
              <a:rPr lang="en-US" sz="1600" dirty="0"/>
              <a:t> (</a:t>
            </a:r>
            <a:r>
              <a:rPr lang="en-US" sz="1600" b="1" dirty="0">
                <a:solidFill>
                  <a:srgbClr val="0A8276"/>
                </a:solidFill>
              </a:rPr>
              <a:t>libs/mtb.mk</a:t>
            </a:r>
            <a:r>
              <a:rPr lang="en-US" sz="1600" dirty="0"/>
              <a:t>) updated</a:t>
            </a:r>
            <a:br>
              <a:rPr lang="en-US" sz="1600" dirty="0"/>
            </a:br>
            <a:r>
              <a:rPr lang="en-US" sz="1600" dirty="0"/>
              <a:t>to include middleware folders and search paths for </a:t>
            </a:r>
            <a:r>
              <a:rPr lang="en-US" sz="1600" b="1" dirty="0" err="1">
                <a:solidFill>
                  <a:srgbClr val="0A8276"/>
                </a:solidFill>
              </a:rPr>
              <a:t>mtb_shared</a:t>
            </a:r>
            <a:endParaRPr lang="en-US" sz="1600" b="1" dirty="0">
              <a:solidFill>
                <a:srgbClr val="0A8276"/>
              </a:solidFill>
            </a:endParaRPr>
          </a:p>
        </p:txBody>
      </p:sp>
      <p:pic>
        <p:nvPicPr>
          <p:cNvPr id="11" name="Flowchart">
            <a:extLst>
              <a:ext uri="{FF2B5EF4-FFF2-40B4-BE49-F238E27FC236}">
                <a16:creationId xmlns:a16="http://schemas.microsoft.com/office/drawing/2014/main" id="{7453956D-E196-5752-5410-EB0CBE4AAFA8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69679" y="5229200"/>
            <a:ext cx="457200" cy="457200"/>
          </a:xfrm>
          <a:prstGeom prst="rect">
            <a:avLst/>
          </a:prstGeom>
        </p:spPr>
      </p:pic>
      <p:pic>
        <p:nvPicPr>
          <p:cNvPr id="5" name="Change">
            <a:extLst>
              <a:ext uri="{FF2B5EF4-FFF2-40B4-BE49-F238E27FC236}">
                <a16:creationId xmlns:a16="http://schemas.microsoft.com/office/drawing/2014/main" id="{06D1B791-396A-19A8-D8C1-90DC884BE8D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69679" y="2745617"/>
            <a:ext cx="457200" cy="4572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201C126E-4E22-46F1-9E2D-B18E4DEEB3B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38021" y="3974885"/>
            <a:ext cx="457200" cy="457200"/>
          </a:xfrm>
          <a:prstGeom prst="rect">
            <a:avLst/>
          </a:prstGeom>
        </p:spPr>
      </p:pic>
      <p:pic>
        <p:nvPicPr>
          <p:cNvPr id="4" name="Check">
            <a:extLst>
              <a:ext uri="{FF2B5EF4-FFF2-40B4-BE49-F238E27FC236}">
                <a16:creationId xmlns:a16="http://schemas.microsoft.com/office/drawing/2014/main" id="{2466BCE1-A7FA-A50F-977D-A6BCEFACC01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38021" y="1516347"/>
            <a:ext cx="457200" cy="457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410509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173D-FA7E-59DB-FF35-79EE0DFE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Makefiles</a:t>
            </a:r>
            <a:r>
              <a:rPr lang="en-US" dirty="0"/>
              <a:t> to integrate and configure middleware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BD150D-76E9-583D-4129-6DDC3CF24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76352"/>
            <a:ext cx="7524652" cy="4724400"/>
          </a:xfrm>
          <a:prstGeom prst="roundRect">
            <a:avLst>
              <a:gd name="adj" fmla="val 3221"/>
            </a:avLst>
          </a:prstGeom>
          <a:ln w="19050">
            <a:solidFill>
              <a:schemeClr val="tx2"/>
            </a:solidFill>
          </a:ln>
        </p:spPr>
      </p:pic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705A0C1D-E209-1ECA-E2D2-69F5D6176138}"/>
              </a:ext>
            </a:extLst>
          </p:cNvPr>
          <p:cNvSpPr txBox="1">
            <a:spLocks/>
          </p:cNvSpPr>
          <p:nvPr/>
        </p:nvSpPr>
        <p:spPr>
          <a:xfrm>
            <a:off x="8490600" y="1276352"/>
            <a:ext cx="3091800" cy="4857751"/>
          </a:xfrm>
          <a:prstGeom prst="rect">
            <a:avLst/>
          </a:prstGeom>
        </p:spPr>
        <p:txBody>
          <a:bodyPr/>
          <a:lstStyle>
            <a:lvl1pPr marL="252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600">
                <a:solidFill>
                  <a:schemeClr val="tx1"/>
                </a:solidFill>
                <a:latin typeface="+mn-lt"/>
                <a:cs typeface="+mn-cs"/>
              </a:defRPr>
            </a:lvl2pPr>
            <a:lvl3pPr marL="756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3pPr>
            <a:lvl4pPr marL="1008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4pPr>
            <a:lvl5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5pPr>
            <a:lvl6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 baseline="0">
                <a:solidFill>
                  <a:schemeClr val="tx1"/>
                </a:solidFill>
                <a:latin typeface="+mn-lt"/>
                <a:cs typeface="+mn-cs"/>
              </a:defRPr>
            </a:lvl6pPr>
            <a:lvl7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1260000" indent="-252000" algn="l" defTabSz="576000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‒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Aft>
                <a:spcPts val="1800"/>
              </a:spcAft>
            </a:pPr>
            <a:r>
              <a:rPr lang="en-US" sz="1600" kern="0" dirty="0"/>
              <a:t>Inclusion of middleware into the build system occurs automatically based on the Library Manager output (</a:t>
            </a:r>
            <a:r>
              <a:rPr lang="en-US" sz="1600" b="1" kern="0" dirty="0">
                <a:solidFill>
                  <a:srgbClr val="0A8276"/>
                </a:solidFill>
              </a:rPr>
              <a:t>make </a:t>
            </a:r>
            <a:r>
              <a:rPr lang="en-US" sz="1600" b="1" kern="0" dirty="0" err="1">
                <a:solidFill>
                  <a:srgbClr val="0A8276"/>
                </a:solidFill>
              </a:rPr>
              <a:t>getlibs</a:t>
            </a:r>
            <a:r>
              <a:rPr lang="en-US" sz="1600" kern="0" dirty="0"/>
              <a:t>)</a:t>
            </a:r>
            <a:br>
              <a:rPr lang="en-US" sz="1600" kern="0" dirty="0"/>
            </a:br>
            <a:endParaRPr lang="en-US" sz="1600" kern="0" dirty="0"/>
          </a:p>
          <a:p>
            <a:pPr>
              <a:spcAft>
                <a:spcPts val="1800"/>
              </a:spcAft>
            </a:pPr>
            <a:r>
              <a:rPr lang="en-US" sz="1600" kern="0" dirty="0"/>
              <a:t>Integration and configuration of middleware may require edits to the </a:t>
            </a:r>
            <a:r>
              <a:rPr lang="en-US" sz="1600" b="1" kern="0" dirty="0" err="1">
                <a:solidFill>
                  <a:srgbClr val="0A8276"/>
                </a:solidFill>
              </a:rPr>
              <a:t>Makefile</a:t>
            </a:r>
            <a:endParaRPr lang="en-US" sz="1600" b="1" kern="0" dirty="0">
              <a:solidFill>
                <a:srgbClr val="0A8276"/>
              </a:solidFill>
            </a:endParaRPr>
          </a:p>
          <a:p>
            <a:pPr lvl="1">
              <a:spcAft>
                <a:spcPts val="1800"/>
              </a:spcAft>
            </a:pPr>
            <a:r>
              <a:rPr lang="en-US" b="1" kern="0" dirty="0">
                <a:solidFill>
                  <a:srgbClr val="0A8276"/>
                </a:solidFill>
              </a:rPr>
              <a:t>COMPONENTS</a:t>
            </a:r>
          </a:p>
          <a:p>
            <a:pPr lvl="1">
              <a:spcAft>
                <a:spcPts val="1800"/>
              </a:spcAft>
            </a:pPr>
            <a:r>
              <a:rPr lang="en-US" b="1" kern="0" dirty="0">
                <a:solidFill>
                  <a:srgbClr val="0A8276"/>
                </a:solidFill>
              </a:rPr>
              <a:t>DEFINES</a:t>
            </a:r>
          </a:p>
        </p:txBody>
      </p:sp>
    </p:spTree>
    <p:extLst>
      <p:ext uri="{BB962C8B-B14F-4D97-AF65-F5344CB8AC3E}">
        <p14:creationId xmlns:p14="http://schemas.microsoft.com/office/powerpoint/2010/main" val="42859340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ECB33-D37F-3017-7612-0E012ED2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know what COMPONENTS and DEFINES to add?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9DED15-C2C5-2EEF-FAEE-3B4F2E7EF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433585"/>
              </p:ext>
            </p:extLst>
          </p:nvPr>
        </p:nvGraphicFramePr>
        <p:xfrm>
          <a:off x="533400" y="1295400"/>
          <a:ext cx="11125199" cy="473681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44768">
                  <a:extLst>
                    <a:ext uri="{9D8B030D-6E8A-4147-A177-3AD203B41FA5}">
                      <a16:colId xmlns:a16="http://schemas.microsoft.com/office/drawing/2014/main" val="3875711866"/>
                    </a:ext>
                  </a:extLst>
                </a:gridCol>
                <a:gridCol w="3475032">
                  <a:extLst>
                    <a:ext uri="{9D8B030D-6E8A-4147-A177-3AD203B41FA5}">
                      <a16:colId xmlns:a16="http://schemas.microsoft.com/office/drawing/2014/main" val="2423992882"/>
                    </a:ext>
                  </a:extLst>
                </a:gridCol>
                <a:gridCol w="5105399">
                  <a:extLst>
                    <a:ext uri="{9D8B030D-6E8A-4147-A177-3AD203B41FA5}">
                      <a16:colId xmlns:a16="http://schemas.microsoft.com/office/drawing/2014/main" val="2729556030"/>
                    </a:ext>
                  </a:extLst>
                </a:gridCol>
              </a:tblGrid>
              <a:tr h="316147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Location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68728" marR="68728" marT="34364" marB="34364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What you'll find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68728" marR="68728" marT="34364" marB="34364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</a:rPr>
                        <a:t>How to access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68728" marR="68728" marT="34364" marB="34364"/>
                </a:tc>
                <a:extLst>
                  <a:ext uri="{0D108BD9-81ED-4DB2-BD59-A6C34878D82A}">
                    <a16:rowId xmlns:a16="http://schemas.microsoft.com/office/drawing/2014/main" val="3227613936"/>
                  </a:ext>
                </a:extLst>
              </a:tr>
              <a:tr h="105840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Library README.md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Quick-start guide, required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COMPONENTS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 and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DEFINES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,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API overview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code snippets</a:t>
                      </a: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Open </a:t>
                      </a: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</a:rPr>
                        <a:t>mtb_shared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/&lt;library&gt;/&lt;version&gt;/README.md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in your IDE, or view on the library's GitHub repo</a:t>
                      </a:r>
                    </a:p>
                  </a:txBody>
                  <a:tcPr marT="73152" marB="73152"/>
                </a:tc>
                <a:extLst>
                  <a:ext uri="{0D108BD9-81ED-4DB2-BD59-A6C34878D82A}">
                    <a16:rowId xmlns:a16="http://schemas.microsoft.com/office/drawing/2014/main" val="884939814"/>
                  </a:ext>
                </a:extLst>
              </a:tr>
              <a:tr h="759047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Library docs/ folder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Full API reference (HTML), configuration guide, migration notes</a:t>
                      </a: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Open </a:t>
                      </a: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</a:rPr>
                        <a:t>mtb_shared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/&lt;library&gt;/&lt;version&gt;/docs/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typically contains generated HTML API docs</a:t>
                      </a:r>
                    </a:p>
                  </a:txBody>
                  <a:tcPr marT="73152" marB="73152"/>
                </a:tc>
                <a:extLst>
                  <a:ext uri="{0D108BD9-81ED-4DB2-BD59-A6C34878D82A}">
                    <a16:rowId xmlns:a16="http://schemas.microsoft.com/office/drawing/2014/main" val="377522860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IDE quick links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Direct access to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API documentation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for libraries in your project</a:t>
                      </a: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Eclipse: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 Quick Panel → Documentation section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</a:rPr>
                        <a:t>VS Code: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 ModusToolbox™ Assistant extension → Documentation links</a:t>
                      </a:r>
                    </a:p>
                  </a:txBody>
                  <a:tcPr marT="73152" marB="73152"/>
                </a:tc>
                <a:extLst>
                  <a:ext uri="{0D108BD9-81ED-4DB2-BD59-A6C34878D82A}">
                    <a16:rowId xmlns:a16="http://schemas.microsoft.com/office/drawing/2014/main" val="643526004"/>
                  </a:ext>
                </a:extLst>
              </a:tr>
              <a:tr h="81098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Library GitHub repo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README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 (same as above), release notes, code examples list, issue tracker</a:t>
                      </a: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Reference the library URL in the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.</a:t>
                      </a: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</a:rPr>
                        <a:t>mtb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file or find it in Library Manager</a:t>
                      </a:r>
                    </a:p>
                  </a:txBody>
                  <a:tcPr marT="73152" marB="73152"/>
                </a:tc>
                <a:extLst>
                  <a:ext uri="{0D108BD9-81ED-4DB2-BD59-A6C34878D82A}">
                    <a16:rowId xmlns:a16="http://schemas.microsoft.com/office/drawing/2014/main" val="2343899629"/>
                  </a:ext>
                </a:extLst>
              </a:tr>
              <a:tr h="81098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</a:rPr>
                        <a:t>Code examples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</a:rPr>
                        <a:t>Working, tested projects that demonstrate the library in context</a:t>
                      </a:r>
                    </a:p>
                  </a:txBody>
                  <a:tcPr marT="73152" marB="73152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Links in the library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</a:rPr>
                        <a:t>README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</a:rPr>
                        <a:t> under "Code Examples" or "Related Resources"</a:t>
                      </a:r>
                    </a:p>
                  </a:txBody>
                  <a:tcPr marT="73152" marB="73152"/>
                </a:tc>
                <a:extLst>
                  <a:ext uri="{0D108BD9-81ED-4DB2-BD59-A6C34878D82A}">
                    <a16:rowId xmlns:a16="http://schemas.microsoft.com/office/drawing/2014/main" val="2036924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64993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A3700-9906-8EA8-0C12-2834E6551F7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800" y="1447800"/>
            <a:ext cx="11520000" cy="4933951"/>
          </a:xfrm>
        </p:spPr>
        <p:txBody>
          <a:bodyPr/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Add library via </a:t>
            </a:r>
            <a:r>
              <a:rPr lang="en-US" b="1" dirty="0">
                <a:solidFill>
                  <a:srgbClr val="0A8276"/>
                </a:solidFill>
              </a:rPr>
              <a:t>Library Manager </a:t>
            </a:r>
            <a:r>
              <a:rPr lang="en-US" dirty="0"/>
              <a:t>→ click Update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Open </a:t>
            </a:r>
            <a:r>
              <a:rPr lang="en-US" b="1" dirty="0" err="1">
                <a:solidFill>
                  <a:srgbClr val="0A8276"/>
                </a:solidFill>
              </a:rPr>
              <a:t>mtb_shared</a:t>
            </a:r>
            <a:r>
              <a:rPr lang="en-US" b="1" dirty="0">
                <a:solidFill>
                  <a:srgbClr val="0A8276"/>
                </a:solidFill>
              </a:rPr>
              <a:t>/&lt;library&gt;/&lt;version&gt;/README.md  </a:t>
            </a:r>
            <a:r>
              <a:rPr lang="en-US" dirty="0"/>
              <a:t>← START HERE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README tells you: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Required </a:t>
            </a:r>
            <a:r>
              <a:rPr lang="en-US" b="1" dirty="0">
                <a:solidFill>
                  <a:srgbClr val="0A8276"/>
                </a:solidFill>
              </a:rPr>
              <a:t>COMPONENTS</a:t>
            </a:r>
            <a:r>
              <a:rPr lang="en-US" dirty="0"/>
              <a:t> (add to </a:t>
            </a:r>
            <a:r>
              <a:rPr lang="en-US" dirty="0" err="1"/>
              <a:t>Makefile</a:t>
            </a:r>
            <a:r>
              <a:rPr lang="en-US" dirty="0"/>
              <a:t>)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Required </a:t>
            </a:r>
            <a:r>
              <a:rPr lang="en-US" b="1" dirty="0">
                <a:solidFill>
                  <a:srgbClr val="0A8276"/>
                </a:solidFill>
              </a:rPr>
              <a:t>DEFINES</a:t>
            </a:r>
            <a:r>
              <a:rPr lang="en-US" dirty="0"/>
              <a:t> (add to </a:t>
            </a:r>
            <a:r>
              <a:rPr lang="en-US" dirty="0" err="1"/>
              <a:t>Makefile</a:t>
            </a:r>
            <a:r>
              <a:rPr lang="en-US" dirty="0"/>
              <a:t>)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Required dependency libraries (added automatically via Library Manager)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Initialization code to add to </a:t>
            </a:r>
            <a:r>
              <a:rPr lang="en-US" dirty="0" err="1"/>
              <a:t>main.c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For deeper API details → </a:t>
            </a:r>
            <a:r>
              <a:rPr lang="en-US" b="1" dirty="0">
                <a:solidFill>
                  <a:srgbClr val="0A8276"/>
                </a:solidFill>
              </a:rPr>
              <a:t>open </a:t>
            </a:r>
            <a:r>
              <a:rPr lang="en-US" b="1" dirty="0" err="1">
                <a:solidFill>
                  <a:srgbClr val="0A8276"/>
                </a:solidFill>
              </a:rPr>
              <a:t>mtb_shared</a:t>
            </a:r>
            <a:r>
              <a:rPr lang="en-US" b="1" dirty="0">
                <a:solidFill>
                  <a:srgbClr val="0A8276"/>
                </a:solidFill>
              </a:rPr>
              <a:t>/&lt;library&gt;/&lt;version&gt;/docs/api_reference.html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For working examples → </a:t>
            </a:r>
            <a:r>
              <a:rPr lang="en-US" b="1" dirty="0">
                <a:solidFill>
                  <a:srgbClr val="0A8276"/>
                </a:solidFill>
              </a:rPr>
              <a:t>follow Code Example links in README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12D1DC-5DEA-53F2-9862-5C019D977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workflow — when you add a new library</a:t>
            </a:r>
          </a:p>
        </p:txBody>
      </p:sp>
    </p:spTree>
    <p:extLst>
      <p:ext uri="{BB962C8B-B14F-4D97-AF65-F5344CB8AC3E}">
        <p14:creationId xmlns:p14="http://schemas.microsoft.com/office/powerpoint/2010/main" val="39505731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1533706-BD78-5CA6-16B4-B41362A4E6C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141978851"/>
              </p:ext>
            </p:extLst>
          </p:nvPr>
        </p:nvGraphicFramePr>
        <p:xfrm>
          <a:off x="434181" y="1295400"/>
          <a:ext cx="11323637" cy="44653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92190">
                  <a:extLst>
                    <a:ext uri="{9D8B030D-6E8A-4147-A177-3AD203B41FA5}">
                      <a16:colId xmlns:a16="http://schemas.microsoft.com/office/drawing/2014/main" val="1521225734"/>
                    </a:ext>
                  </a:extLst>
                </a:gridCol>
                <a:gridCol w="9031447">
                  <a:extLst>
                    <a:ext uri="{9D8B030D-6E8A-4147-A177-3AD203B41FA5}">
                      <a16:colId xmlns:a16="http://schemas.microsoft.com/office/drawing/2014/main" val="371828970"/>
                    </a:ext>
                  </a:extLst>
                </a:gridCol>
              </a:tblGrid>
              <a:tr h="198557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Concept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Key Point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601641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Library Manager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GUI for managing .mtb pointer files — handles make getlibs automatically</a:t>
                      </a:r>
                    </a:p>
                  </a:txBody>
                  <a:tcPr marL="182880" marR="182880" marT="182880" marB="182880"/>
                </a:tc>
                <a:extLst>
                  <a:ext uri="{0D108BD9-81ED-4DB2-BD59-A6C34878D82A}">
                    <a16:rowId xmlns:a16="http://schemas.microsoft.com/office/drawing/2014/main" val="2864286576"/>
                  </a:ext>
                </a:extLst>
              </a:tr>
              <a:tr h="39366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README.md &amp; docs/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Every library ships its own docs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— </a:t>
                      </a:r>
                      <a:b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COMPONENTS, DEFINES, dependencies, API reference</a:t>
                      </a:r>
                    </a:p>
                  </a:txBody>
                  <a:tcPr marL="182880" marR="182880" marT="182880" marB="182880"/>
                </a:tc>
                <a:extLst>
                  <a:ext uri="{0D108BD9-81ED-4DB2-BD59-A6C34878D82A}">
                    <a16:rowId xmlns:a16="http://schemas.microsoft.com/office/drawing/2014/main" val="1131204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COMPONENTS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Makefile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variable that toggles optional library features (check library README)</a:t>
                      </a:r>
                    </a:p>
                  </a:txBody>
                  <a:tcPr marL="182880" marR="182880" marT="182880" marB="182880"/>
                </a:tc>
                <a:extLst>
                  <a:ext uri="{0D108BD9-81ED-4DB2-BD59-A6C34878D82A}">
                    <a16:rowId xmlns:a16="http://schemas.microsoft.com/office/drawing/2014/main" val="2450480587"/>
                  </a:ext>
                </a:extLst>
              </a:tr>
              <a:tr h="393662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DEFINES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Makefile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preprocessor defines to configure library behavior (check library README)</a:t>
                      </a:r>
                    </a:p>
                  </a:txBody>
                  <a:tcPr marL="182880" marR="182880" marT="182880" marB="182880"/>
                </a:tc>
                <a:extLst>
                  <a:ext uri="{0D108BD9-81ED-4DB2-BD59-A6C34878D82A}">
                    <a16:rowId xmlns:a16="http://schemas.microsoft.com/office/drawing/2014/main" val="1181811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mtb_shared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Shared library storage — one copy per version, shared across projects</a:t>
                      </a:r>
                    </a:p>
                  </a:txBody>
                  <a:tcPr marL="182880" marR="182880" marT="182880" marB="182880"/>
                </a:tc>
                <a:extLst>
                  <a:ext uri="{0D108BD9-81ED-4DB2-BD59-A6C34878D82A}">
                    <a16:rowId xmlns:a16="http://schemas.microsoft.com/office/drawing/2014/main" val="1699974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Version pinning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182880" marB="18288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Use release tags in .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 files, not main branch</a:t>
                      </a:r>
                    </a:p>
                  </a:txBody>
                  <a:tcPr marL="182880" marR="182880" marT="182880" marB="182880"/>
                </a:tc>
                <a:extLst>
                  <a:ext uri="{0D108BD9-81ED-4DB2-BD59-A6C34878D82A}">
                    <a16:rowId xmlns:a16="http://schemas.microsoft.com/office/drawing/2014/main" val="2369152294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322EB75-EB22-C7FD-DDA5-AA101C113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Middleware summary and key takeaways</a:t>
            </a:r>
          </a:p>
        </p:txBody>
      </p:sp>
    </p:spTree>
    <p:extLst>
      <p:ext uri="{BB962C8B-B14F-4D97-AF65-F5344CB8AC3E}">
        <p14:creationId xmlns:p14="http://schemas.microsoft.com/office/powerpoint/2010/main" val="40956184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A02BC-77E3-69CA-288C-FDAF0E42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CB8AC05-1B45-2EED-6776-97B5C137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2134800"/>
            <a:ext cx="8137525" cy="2361000"/>
          </a:xfrm>
        </p:spPr>
        <p:txBody>
          <a:bodyPr anchor="t"/>
          <a:lstStyle/>
          <a:p>
            <a:r>
              <a:rPr lang="en-US" dirty="0"/>
              <a:t>Demo</a:t>
            </a:r>
            <a:br>
              <a:rPr lang="en-US" dirty="0"/>
            </a:br>
            <a:r>
              <a:rPr lang="en-US" sz="3200" b="0" dirty="0"/>
              <a:t>Library Manager and</a:t>
            </a:r>
            <a:br>
              <a:rPr lang="en-US" sz="3200" b="0" dirty="0"/>
            </a:br>
            <a:r>
              <a:rPr lang="en-US" sz="3200" b="0" dirty="0"/>
              <a:t>CMSIS-DSP COMPONENT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6617802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7C51A-69F7-6223-1DD7-0BC842089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5ADC0-74C2-1AE7-0DC9-42AC3006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the </a:t>
            </a:r>
            <a:br>
              <a:rPr lang="en-US" dirty="0"/>
            </a:br>
            <a:r>
              <a:rPr lang="en-US" dirty="0"/>
              <a:t>upcoming ModusToolbox™ SDK	</a:t>
            </a:r>
          </a:p>
        </p:txBody>
      </p:sp>
    </p:spTree>
    <p:extLst>
      <p:ext uri="{BB962C8B-B14F-4D97-AF65-F5344CB8AC3E}">
        <p14:creationId xmlns:p14="http://schemas.microsoft.com/office/powerpoint/2010/main" val="18661241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08EE-C170-B5FB-F952-D23B92BF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8783C92-82D6-E8CD-AD37-9129590E2AA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81728783"/>
              </p:ext>
            </p:extLst>
          </p:nvPr>
        </p:nvGraphicFramePr>
        <p:xfrm>
          <a:off x="509422" y="1371600"/>
          <a:ext cx="11171568" cy="4309760"/>
        </p:xfrm>
        <a:graphic>
          <a:graphicData uri="http://schemas.openxmlformats.org/drawingml/2006/table">
            <a:tbl>
              <a:tblPr firstRow="1" firstCol="1" bandCol="1">
                <a:tableStyleId>{B301B821-A1FF-4177-AEE7-76D212191A09}</a:tableStyleId>
              </a:tblPr>
              <a:tblGrid>
                <a:gridCol w="2005178">
                  <a:extLst>
                    <a:ext uri="{9D8B030D-6E8A-4147-A177-3AD203B41FA5}">
                      <a16:colId xmlns:a16="http://schemas.microsoft.com/office/drawing/2014/main" val="370170148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67143480"/>
                    </a:ext>
                  </a:extLst>
                </a:gridCol>
                <a:gridCol w="4746790">
                  <a:extLst>
                    <a:ext uri="{9D8B030D-6E8A-4147-A177-3AD203B41FA5}">
                      <a16:colId xmlns:a16="http://schemas.microsoft.com/office/drawing/2014/main" val="1076234535"/>
                    </a:ext>
                  </a:extLst>
                </a:gridCol>
              </a:tblGrid>
              <a:tr h="17728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7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3892" marR="73892" marT="36946" marB="36946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effectLst/>
                        </a:rPr>
                        <a:t>Current Model</a:t>
                      </a:r>
                      <a:endParaRPr lang="en-US" sz="17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3892" marR="73892" marT="36946" marB="36946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  <a:effectLst/>
                        </a:rPr>
                        <a:t>SDK Model</a:t>
                      </a:r>
                      <a:endParaRPr lang="en-US" sz="17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3892" marR="73892" marT="36946" marB="36946"/>
                </a:tc>
                <a:extLst>
                  <a:ext uri="{0D108BD9-81ED-4DB2-BD59-A6C34878D82A}">
                    <a16:rowId xmlns:a16="http://schemas.microsoft.com/office/drawing/2014/main" val="976140038"/>
                  </a:ext>
                </a:extLst>
              </a:tr>
              <a:tr h="3497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Project creation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BSP → CE → download manifests → clone from GitHub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BSP → CE → SDK → copy from local install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001053425"/>
                  </a:ext>
                </a:extLst>
              </a:tr>
              <a:tr h="3497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Dependencies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.</a:t>
                      </a:r>
                      <a:r>
                        <a:rPr lang="en-US" sz="1800" dirty="0" err="1">
                          <a:solidFill>
                            <a:srgbClr val="0A8276"/>
                          </a:solidFill>
                          <a:effectLst/>
                        </a:rPr>
                        <a:t>mtb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 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pointers in 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deps/</a:t>
                      </a:r>
                      <a:b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Stored in </a:t>
                      </a:r>
                      <a:r>
                        <a:rPr lang="en-US" sz="1800" dirty="0" err="1">
                          <a:solidFill>
                            <a:srgbClr val="0A8276"/>
                          </a:solidFill>
                          <a:effectLst/>
                        </a:rPr>
                        <a:t>mtb_shared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/ 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via 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make </a:t>
                      </a:r>
                      <a:r>
                        <a:rPr lang="en-US" sz="1800" dirty="0" err="1">
                          <a:solidFill>
                            <a:srgbClr val="0A8276"/>
                          </a:solidFill>
                          <a:effectLst/>
                        </a:rPr>
                        <a:t>getlibs</a:t>
                      </a:r>
                      <a:endParaRPr lang="en-US" sz="1800" dirty="0">
                        <a:solidFill>
                          <a:srgbClr val="0A8276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No 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.</a:t>
                      </a:r>
                      <a:r>
                        <a:rPr lang="en-US" sz="1800" dirty="0" err="1">
                          <a:solidFill>
                            <a:srgbClr val="0A8276"/>
                          </a:solidFill>
                          <a:effectLst/>
                        </a:rPr>
                        <a:t>mtb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, no 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deps/, 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no </a:t>
                      </a:r>
                      <a:r>
                        <a:rPr lang="en-US" sz="1800" dirty="0" err="1">
                          <a:solidFill>
                            <a:srgbClr val="0A8276"/>
                          </a:solidFill>
                          <a:effectLst/>
                        </a:rPr>
                        <a:t>mtb_shared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/ </a:t>
                      </a:r>
                      <a:b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</a:b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libraries in project 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libs/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473874141"/>
                  </a:ext>
                </a:extLst>
              </a:tr>
              <a:tr h="3497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Versioning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Each library versioned independently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User verifies compatibility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All library versions locked to SDK version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50194260"/>
                  </a:ext>
                </a:extLst>
              </a:tr>
              <a:tr h="316024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Middleware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Shared, read-only in </a:t>
                      </a:r>
                      <a:r>
                        <a:rPr lang="en-US" sz="1800" dirty="0" err="1">
                          <a:solidFill>
                            <a:srgbClr val="0A8276"/>
                          </a:solidFill>
                          <a:effectLst/>
                        </a:rPr>
                        <a:t>mtb_shared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/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Local to project, editable directly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4205317122"/>
                  </a:ext>
                </a:extLst>
              </a:tr>
              <a:tr h="593508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Offline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GitHub required for every make 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getlibs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Fully offline after SDK install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811971333"/>
                  </a:ext>
                </a:extLst>
              </a:tr>
              <a:tr h="454766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Portability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Recipient must 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make </a:t>
                      </a:r>
                      <a:r>
                        <a:rPr lang="en-US" sz="1800" dirty="0" err="1">
                          <a:solidFill>
                            <a:srgbClr val="0A8276"/>
                          </a:solidFill>
                          <a:effectLst/>
                        </a:rPr>
                        <a:t>getlibs</a:t>
                      </a:r>
                      <a:r>
                        <a:rPr lang="en-US" sz="1800" dirty="0">
                          <a:solidFill>
                            <a:srgbClr val="0A8276"/>
                          </a:solidFill>
                          <a:effectLst/>
                        </a:rPr>
                        <a:t> 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to reconstruct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App is self-contained and shareable as-is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364480130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F752B5BB-D1A3-7B82-5553-EDC3ED913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development model is evolving</a:t>
            </a:r>
          </a:p>
        </p:txBody>
      </p:sp>
    </p:spTree>
    <p:extLst>
      <p:ext uri="{BB962C8B-B14F-4D97-AF65-F5344CB8AC3E}">
        <p14:creationId xmlns:p14="http://schemas.microsoft.com/office/powerpoint/2010/main" val="32121151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8229600" y="1078795"/>
            <a:ext cx="2788180" cy="3657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360000" tIns="0" rIns="0" bIns="0" anchor="ctr"/>
          <a:lstStyle/>
          <a:p>
            <a:pPr marL="359991" indent="-359991" algn="ctr" eaLnBrk="0" hangingPunct="0">
              <a:spcAft>
                <a:spcPts val="1600"/>
              </a:spcAft>
              <a:buClr>
                <a:schemeClr val="bg1"/>
              </a:buClr>
            </a:pPr>
            <a:r>
              <a:rPr lang="en-US" sz="1800" b="1" dirty="0">
                <a:solidFill>
                  <a:srgbClr val="0A8276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ModusToolbox™</a:t>
            </a:r>
          </a:p>
          <a:p>
            <a:pPr marL="359991" indent="-359991" algn="ctr" eaLnBrk="0" hangingPunct="0">
              <a:spcAft>
                <a:spcPts val="1600"/>
              </a:spcAft>
              <a:buClr>
                <a:schemeClr val="bg1"/>
              </a:buClr>
            </a:pPr>
            <a:r>
              <a:rPr lang="en-US" sz="1800" b="1" dirty="0">
                <a:solidFill>
                  <a:srgbClr val="0A8276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SDK</a:t>
            </a:r>
          </a:p>
        </p:txBody>
      </p:sp>
      <p:sp>
        <p:nvSpPr>
          <p:cNvPr id="2" name="Richtungspfeil 1"/>
          <p:cNvSpPr/>
          <p:nvPr/>
        </p:nvSpPr>
        <p:spPr>
          <a:xfrm>
            <a:off x="2991739" y="1219788"/>
            <a:ext cx="5695061" cy="587166"/>
          </a:xfrm>
          <a:prstGeom prst="homePlate">
            <a:avLst>
              <a:gd name="adj" fmla="val 26607"/>
            </a:avLst>
          </a:prstGeom>
          <a:solidFill>
            <a:schemeClr val="bg1"/>
          </a:solidFill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sz="1600" dirty="0">
                <a:latin typeface="+mn-lt"/>
              </a:rPr>
              <a:t>All supported boards, tested versions</a:t>
            </a:r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811572" y="1219626"/>
            <a:ext cx="2027766" cy="587166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BSPs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811572" y="1917770"/>
            <a:ext cx="2027124" cy="587166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Middleware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812214" y="2615914"/>
            <a:ext cx="2027124" cy="587166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Tools</a:t>
            </a:r>
          </a:p>
        </p:txBody>
      </p:sp>
      <p:sp>
        <p:nvSpPr>
          <p:cNvPr id="30" name="Richtungspfeil 29"/>
          <p:cNvSpPr/>
          <p:nvPr/>
        </p:nvSpPr>
        <p:spPr>
          <a:xfrm>
            <a:off x="2991739" y="1916900"/>
            <a:ext cx="5695061" cy="587166"/>
          </a:xfrm>
          <a:prstGeom prst="homePlate">
            <a:avLst>
              <a:gd name="adj" fmla="val 26607"/>
            </a:avLst>
          </a:prstGeom>
          <a:solidFill>
            <a:schemeClr val="bg1"/>
          </a:solidFill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sz="1600" dirty="0">
                <a:latin typeface="+mn-lt"/>
              </a:rPr>
              <a:t>PDL, Retarget-IO, Machine Learning,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Motor Control, FreeRTOS, ...</a:t>
            </a:r>
          </a:p>
        </p:txBody>
      </p:sp>
      <p:sp>
        <p:nvSpPr>
          <p:cNvPr id="31" name="Richtungspfeil 30"/>
          <p:cNvSpPr/>
          <p:nvPr/>
        </p:nvSpPr>
        <p:spPr>
          <a:xfrm>
            <a:off x="2991739" y="2614012"/>
            <a:ext cx="5695061" cy="587166"/>
          </a:xfrm>
          <a:prstGeom prst="homePlate">
            <a:avLst>
              <a:gd name="adj" fmla="val 26607"/>
            </a:avLst>
          </a:prstGeom>
          <a:solidFill>
            <a:schemeClr val="bg1"/>
          </a:solidFill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sz="1600" dirty="0">
                <a:latin typeface="+mn-lt"/>
              </a:rPr>
              <a:t>Device Configurator, Library Manager, 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CAPSENSE Configurator, Build system...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86D966-E344-CD9C-C6B0-8498685FA1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2214" y="5034880"/>
            <a:ext cx="10434166" cy="1263943"/>
          </a:xfrm>
        </p:spPr>
        <p:txBody>
          <a:bodyPr/>
          <a:lstStyle/>
          <a:p>
            <a:r>
              <a:rPr lang="en-US" sz="1600" b="1" dirty="0"/>
              <a:t>Predictability</a:t>
            </a:r>
            <a:r>
              <a:rPr lang="en-US" sz="1600" dirty="0"/>
              <a:t> — "I'm using SDK v1.2" tells support everything they need to know</a:t>
            </a:r>
          </a:p>
          <a:p>
            <a:r>
              <a:rPr lang="en-US" sz="1600" b="1" dirty="0"/>
              <a:t>Tested together</a:t>
            </a:r>
            <a:r>
              <a:rPr lang="en-US" sz="1600" dirty="0"/>
              <a:t> — Infineon validates the full combination before release</a:t>
            </a:r>
          </a:p>
          <a:p>
            <a:r>
              <a:rPr lang="en-US" sz="1600" b="1" dirty="0"/>
              <a:t>Self-contained</a:t>
            </a:r>
            <a:r>
              <a:rPr lang="en-US" sz="1600" dirty="0"/>
              <a:t> — applications include all middleware; no external </a:t>
            </a:r>
            <a:r>
              <a:rPr lang="en-US" sz="1600" dirty="0" err="1"/>
              <a:t>mtb_shared</a:t>
            </a:r>
            <a:r>
              <a:rPr lang="en-US" sz="1600" dirty="0"/>
              <a:t>/ dependency</a:t>
            </a:r>
          </a:p>
          <a:p>
            <a:r>
              <a:rPr lang="en-US" sz="1600" b="1" dirty="0"/>
              <a:t>Simpler upgrades</a:t>
            </a:r>
            <a:r>
              <a:rPr lang="en-US" sz="1600" dirty="0"/>
              <a:t> — bump one SDK version instead of updating 15 libraries individually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What the SDK provides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E32463E-955D-51B7-621C-DE2BBFC84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214" y="3314058"/>
            <a:ext cx="2027124" cy="587166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Code Examples</a:t>
            </a:r>
          </a:p>
        </p:txBody>
      </p:sp>
      <p:sp>
        <p:nvSpPr>
          <p:cNvPr id="7" name="Richtungspfeil 30">
            <a:extLst>
              <a:ext uri="{FF2B5EF4-FFF2-40B4-BE49-F238E27FC236}">
                <a16:creationId xmlns:a16="http://schemas.microsoft.com/office/drawing/2014/main" id="{A95523D1-F284-BDB7-EC2C-03E4EE26E78A}"/>
              </a:ext>
            </a:extLst>
          </p:cNvPr>
          <p:cNvSpPr/>
          <p:nvPr/>
        </p:nvSpPr>
        <p:spPr>
          <a:xfrm>
            <a:off x="2991739" y="3311124"/>
            <a:ext cx="5695061" cy="587166"/>
          </a:xfrm>
          <a:prstGeom prst="homePlate">
            <a:avLst>
              <a:gd name="adj" fmla="val 26607"/>
            </a:avLst>
          </a:prstGeom>
          <a:solidFill>
            <a:schemeClr val="bg1"/>
          </a:solidFill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sz="1600" dirty="0">
                <a:latin typeface="+mn-lt"/>
              </a:rPr>
              <a:t>Reference projects aligned specifically with 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included middleware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714DFD5-BDF5-7746-3D5C-8083D4B1F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214" y="4012201"/>
            <a:ext cx="2027124" cy="587166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144000" tIns="48000" rIns="48000" bIns="48000" anchor="ctr" anchorCtr="0"/>
          <a:lstStyle/>
          <a:p>
            <a:pPr eaLnBrk="0" hangingPunct="0">
              <a:spcAft>
                <a:spcPts val="1600"/>
              </a:spcAft>
              <a:buClr>
                <a:schemeClr val="accent1"/>
              </a:buClr>
              <a:tabLst>
                <a:tab pos="11361983" algn="r"/>
              </a:tabLst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ea typeface="Verdana" pitchFamily="34" charset="0"/>
                <a:cs typeface="Arial" panose="020B0604020202020204" pitchFamily="34" charset="0"/>
              </a:rPr>
              <a:t>Documentation</a:t>
            </a:r>
          </a:p>
        </p:txBody>
      </p:sp>
      <p:sp>
        <p:nvSpPr>
          <p:cNvPr id="9" name="Richtungspfeil 30">
            <a:extLst>
              <a:ext uri="{FF2B5EF4-FFF2-40B4-BE49-F238E27FC236}">
                <a16:creationId xmlns:a16="http://schemas.microsoft.com/office/drawing/2014/main" id="{674C5528-3A99-47EE-E62C-176521F67ED9}"/>
              </a:ext>
            </a:extLst>
          </p:cNvPr>
          <p:cNvSpPr/>
          <p:nvPr/>
        </p:nvSpPr>
        <p:spPr>
          <a:xfrm>
            <a:off x="2991739" y="4008236"/>
            <a:ext cx="5695061" cy="587166"/>
          </a:xfrm>
          <a:prstGeom prst="homePlate">
            <a:avLst>
              <a:gd name="adj" fmla="val 26607"/>
            </a:avLst>
          </a:prstGeom>
          <a:solidFill>
            <a:schemeClr val="bg1"/>
          </a:solidFill>
          <a:ln w="9525">
            <a:solidFill>
              <a:schemeClr val="bg2"/>
            </a:solidFill>
          </a:ln>
        </p:spPr>
        <p:txBody>
          <a:bodyPr vert="horz" lIns="72000" tIns="72000" rIns="72000" bIns="72000" rtlCol="0" anchor="ctr">
            <a:noAutofit/>
          </a:bodyPr>
          <a:lstStyle/>
          <a:p>
            <a:pPr marL="252000" indent="-252000" defTabSz="57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‒"/>
            </a:pPr>
            <a:r>
              <a:rPr lang="en-US" sz="1600" dirty="0">
                <a:latin typeface="+mn-lt"/>
              </a:rPr>
              <a:t>Release notes, user guides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9319324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C7C712-0DBD-9F78-2A8F-192F4D6EED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4800" y="5735920"/>
            <a:ext cx="11520000" cy="762000"/>
          </a:xfrm>
        </p:spPr>
        <p:txBody>
          <a:bodyPr/>
          <a:lstStyle/>
          <a:p>
            <a:r>
              <a:rPr lang="en-US" sz="1600" b="1" dirty="0"/>
              <a:t>What doesn't change:</a:t>
            </a:r>
            <a:endParaRPr lang="en-US" sz="1600" dirty="0"/>
          </a:p>
          <a:p>
            <a:pPr lvl="1"/>
            <a:r>
              <a:rPr lang="en-US" sz="1400" dirty="0" err="1"/>
              <a:t>Makefile</a:t>
            </a:r>
            <a:r>
              <a:rPr lang="en-US" sz="1400" dirty="0"/>
              <a:t> structure and build commands (make build, make program)</a:t>
            </a:r>
          </a:p>
          <a:p>
            <a:pPr lvl="1"/>
            <a:r>
              <a:rPr lang="en-US" sz="1400" dirty="0"/>
              <a:t>Device Configurator workflow and BSP customization workflow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056BFE-077E-DC08-CB2B-69959D6F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changes for you and your customers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6674A8-1267-4993-E8C3-32431E0E1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583164"/>
              </p:ext>
            </p:extLst>
          </p:nvPr>
        </p:nvGraphicFramePr>
        <p:xfrm>
          <a:off x="334314" y="1066800"/>
          <a:ext cx="11520486" cy="4617720"/>
        </p:xfrm>
        <a:graphic>
          <a:graphicData uri="http://schemas.openxmlformats.org/drawingml/2006/table">
            <a:tbl>
              <a:tblPr firstRow="1" firstCol="1" bandCol="1">
                <a:tableStyleId>{B301B821-A1FF-4177-AEE7-76D212191A09}</a:tableStyleId>
              </a:tblPr>
              <a:tblGrid>
                <a:gridCol w="2256486">
                  <a:extLst>
                    <a:ext uri="{9D8B030D-6E8A-4147-A177-3AD203B41FA5}">
                      <a16:colId xmlns:a16="http://schemas.microsoft.com/office/drawing/2014/main" val="3227276895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60518769"/>
                    </a:ext>
                  </a:extLst>
                </a:gridCol>
                <a:gridCol w="4920600">
                  <a:extLst>
                    <a:ext uri="{9D8B030D-6E8A-4147-A177-3AD203B41FA5}">
                      <a16:colId xmlns:a16="http://schemas.microsoft.com/office/drawing/2014/main" val="42234079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Workflow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Current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</a:rPr>
                        <a:t>With SDK</a:t>
                      </a:r>
                      <a:endParaRPr lang="en-US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076104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Creating a project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  <a:latin typeface="+mn-lt"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BSP → CE → download manifests →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clone from GitHub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BSP → CE → SDK → copy from local install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72511242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Project structure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  <a:latin typeface="+mn-lt"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deps/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+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.</a:t>
                      </a: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mtb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files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libs/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 = transitive pointers 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mtb_shared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/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deps/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 and </a:t>
                      </a: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mtb_shared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gone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libs/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= real source 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bsps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/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 → </a:t>
                      </a: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bsp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/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69871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Library versions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  <a:latin typeface="+mn-lt"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Add, remove, update individually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via Library Manager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Add/remove within SDK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Version changes require SDK upgrade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223879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Version control</a:t>
                      </a:r>
                      <a:endParaRPr lang="en-US" sz="1600">
                        <a:solidFill>
                          <a:srgbClr val="222222"/>
                        </a:solidFill>
                        <a:effectLst/>
                        <a:latin typeface="+mn-lt"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Commit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.</a:t>
                      </a: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mtb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pointers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mtb_shared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not committed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Commit middleware source directly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App is self-contained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220457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Sharing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  <a:latin typeface="+mn-lt"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Recipient must 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make </a:t>
                      </a:r>
                      <a:r>
                        <a:rPr lang="en-US" sz="1600" dirty="0" err="1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getlibs</a:t>
                      </a:r>
                      <a:r>
                        <a:rPr lang="en-US" sz="1600" dirty="0">
                          <a:solidFill>
                            <a:srgbClr val="0A8276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to </a:t>
                      </a:r>
                      <a:b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reconstruct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App includes everything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SDK needed only for tools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217841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Middleware ownership</a:t>
                      </a:r>
                      <a:endParaRPr lang="en-US" sz="1600" dirty="0">
                        <a:solidFill>
                          <a:srgbClr val="222222"/>
                        </a:solidFill>
                        <a:effectLst/>
                        <a:latin typeface="+mn-lt"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Shared in </a:t>
                      </a:r>
                      <a:r>
                        <a:rPr lang="en-US" sz="1600" dirty="0" err="1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mtb_shared</a:t>
                      </a: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/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not typically edited</a:t>
                      </a: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Local and editable in libs/</a:t>
                      </a:r>
                    </a:p>
                    <a:p>
                      <a:pPr algn="l" rtl="0" fontAlgn="t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+mn-lt"/>
                        </a:rPr>
                        <a:t>SDK detects changes on upgrade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346523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1167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16C58BA-CC4B-C0CD-0E10-5E5803F8D55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31899486"/>
              </p:ext>
            </p:extLst>
          </p:nvPr>
        </p:nvGraphicFramePr>
        <p:xfrm>
          <a:off x="586581" y="1447800"/>
          <a:ext cx="11018837" cy="43129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959310">
                  <a:extLst>
                    <a:ext uri="{9D8B030D-6E8A-4147-A177-3AD203B41FA5}">
                      <a16:colId xmlns:a16="http://schemas.microsoft.com/office/drawing/2014/main" val="2584618498"/>
                    </a:ext>
                  </a:extLst>
                </a:gridCol>
                <a:gridCol w="8059527">
                  <a:extLst>
                    <a:ext uri="{9D8B030D-6E8A-4147-A177-3AD203B41FA5}">
                      <a16:colId xmlns:a16="http://schemas.microsoft.com/office/drawing/2014/main" val="4179291699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Point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effectLst/>
                        </a:rPr>
                        <a:t>Detail</a:t>
                      </a:r>
                      <a:endParaRPr lang="en-US" sz="1800" b="1" dirty="0">
                        <a:solidFill>
                          <a:schemeClr val="bg1"/>
                        </a:solidFill>
                        <a:effectLst/>
                        <a:latin typeface="??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89987797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SDK = curated bundle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>
                          <a:solidFill>
                            <a:srgbClr val="222222"/>
                          </a:solidFill>
                          <a:effectLst/>
                        </a:rPr>
                        <a:t>BSPs + middleware + code examples + tools, tested as a set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4017209979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effectLst/>
                        </a:rPr>
                        <a:t>One version number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Library versions locked to SDK; upgrade SDK to update libraries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03792698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Self-contained apps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No deps/, no 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mtb_shared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/ — middleware source lives in project libs/, editable directly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51217054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Simplified workflow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BSP → Code Example → SDK; fully offline after install; no make </a:t>
                      </a: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getlibs</a:t>
                      </a:r>
                      <a:endParaRPr lang="en-US" sz="18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198410229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Current concepts apply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 err="1">
                          <a:solidFill>
                            <a:srgbClr val="222222"/>
                          </a:solidFill>
                          <a:effectLst/>
                        </a:rPr>
                        <a:t>Makefiles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, BSPs, COMPONENTS, Device Configurator all unchanged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2261745997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b="1">
                          <a:solidFill>
                            <a:srgbClr val="222222"/>
                          </a:solidFill>
                          <a:effectLst/>
                        </a:rPr>
                        <a:t>Migration supported</a:t>
                      </a:r>
                      <a:endParaRPr lang="en-US" sz="180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l" rtl="0" fontAlgn="t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</a:rPr>
                        <a:t>Guided tooling to convert existing projects; both models coexist during transition</a:t>
                      </a:r>
                    </a:p>
                  </a:txBody>
                  <a:tcPr marL="182880" marR="182880" marT="91440" marB="91440"/>
                </a:tc>
                <a:extLst>
                  <a:ext uri="{0D108BD9-81ED-4DB2-BD59-A6C34878D82A}">
                    <a16:rowId xmlns:a16="http://schemas.microsoft.com/office/drawing/2014/main" val="1823814892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ED9958B-EAF6-0BA2-816B-60BA75403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SDK summary and key takeaways</a:t>
            </a:r>
          </a:p>
        </p:txBody>
      </p:sp>
    </p:spTree>
    <p:extLst>
      <p:ext uri="{BB962C8B-B14F-4D97-AF65-F5344CB8AC3E}">
        <p14:creationId xmlns:p14="http://schemas.microsoft.com/office/powerpoint/2010/main" val="433681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0D079-D01D-24D1-E1F5-815564DE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517B0-5807-6CBD-9B0B-333BAF584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1635885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38991" y="1792724"/>
            <a:ext cx="714019" cy="714019"/>
          </a:xfrm>
          <a:custGeom>
            <a:avLst/>
            <a:gdLst/>
            <a:ahLst/>
            <a:cxnLst/>
            <a:rect l="l" t="t" r="r" b="b"/>
            <a:pathLst>
              <a:path w="1071028" h="1071028">
                <a:moveTo>
                  <a:pt x="0" y="0"/>
                </a:moveTo>
                <a:lnTo>
                  <a:pt x="1071028" y="0"/>
                </a:lnTo>
                <a:lnTo>
                  <a:pt x="1071028" y="1071028"/>
                </a:lnTo>
                <a:lnTo>
                  <a:pt x="0" y="1071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933"/>
          </a:p>
        </p:txBody>
      </p:sp>
      <p:sp>
        <p:nvSpPr>
          <p:cNvPr id="3" name="Freeform 3"/>
          <p:cNvSpPr/>
          <p:nvPr/>
        </p:nvSpPr>
        <p:spPr>
          <a:xfrm>
            <a:off x="5492277" y="5644143"/>
            <a:ext cx="1207447" cy="528057"/>
          </a:xfrm>
          <a:custGeom>
            <a:avLst/>
            <a:gdLst/>
            <a:ahLst/>
            <a:cxnLst/>
            <a:rect l="l" t="t" r="r" b="b"/>
            <a:pathLst>
              <a:path w="1811171" h="792086">
                <a:moveTo>
                  <a:pt x="0" y="0"/>
                </a:moveTo>
                <a:lnTo>
                  <a:pt x="1811170" y="0"/>
                </a:lnTo>
                <a:lnTo>
                  <a:pt x="1811170" y="792086"/>
                </a:lnTo>
                <a:lnTo>
                  <a:pt x="0" y="7920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933"/>
          </a:p>
        </p:txBody>
      </p:sp>
      <p:sp>
        <p:nvSpPr>
          <p:cNvPr id="13" name="TextBox 13"/>
          <p:cNvSpPr txBox="1"/>
          <p:nvPr/>
        </p:nvSpPr>
        <p:spPr>
          <a:xfrm>
            <a:off x="1967276" y="3657600"/>
            <a:ext cx="8257448" cy="695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5"/>
              </a:lnSpc>
            </a:pPr>
            <a:r>
              <a:rPr lang="en-US" sz="2312" dirty="0">
                <a:solidFill>
                  <a:srgbClr val="3B9B91"/>
                </a:solidFill>
                <a:latin typeface="Arial"/>
                <a:ea typeface="Arial"/>
                <a:cs typeface="Arial"/>
                <a:sym typeface="Arial"/>
              </a:rPr>
              <a:t> Talk to your customers about how </a:t>
            </a:r>
            <a:r>
              <a:rPr lang="en-US" sz="2312" b="1" dirty="0">
                <a:solidFill>
                  <a:srgbClr val="08665C"/>
                </a:solidFill>
                <a:latin typeface="Arial Bold"/>
                <a:ea typeface="Arial Bold"/>
                <a:cs typeface="Arial Bold"/>
                <a:sym typeface="Arial Bold"/>
              </a:rPr>
              <a:t>ModusToolbox™ </a:t>
            </a:r>
            <a:r>
              <a:rPr lang="en-US" sz="2312" dirty="0">
                <a:solidFill>
                  <a:srgbClr val="3B9B91"/>
                </a:solidFill>
                <a:latin typeface="Arial"/>
                <a:ea typeface="Arial"/>
                <a:cs typeface="Arial"/>
                <a:sym typeface="Arial"/>
              </a:rPr>
              <a:t>can help them </a:t>
            </a:r>
            <a:r>
              <a:rPr lang="en-US" sz="2312" b="1" dirty="0">
                <a:solidFill>
                  <a:srgbClr val="086259"/>
                </a:solidFill>
                <a:latin typeface="Arial Bold"/>
                <a:ea typeface="Arial"/>
                <a:cs typeface="Arial Bold"/>
                <a:sym typeface="Arial Bold"/>
              </a:rPr>
              <a:t>enhance</a:t>
            </a:r>
            <a:r>
              <a:rPr lang="en-US" sz="2312" b="1" dirty="0">
                <a:solidFill>
                  <a:srgbClr val="086259"/>
                </a:solidFill>
                <a:latin typeface="Arial Bold"/>
                <a:ea typeface="Arial Bold"/>
                <a:cs typeface="Arial Bold"/>
                <a:sym typeface="Arial Bold"/>
              </a:rPr>
              <a:t> their development experience</a:t>
            </a:r>
            <a:r>
              <a:rPr lang="en-US" sz="2312" dirty="0">
                <a:solidFill>
                  <a:srgbClr val="3B9B9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45348" y="2846538"/>
            <a:ext cx="9101305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6"/>
              </a:lnSpc>
            </a:pPr>
            <a:r>
              <a:rPr lang="en-US" sz="2755" b="1">
                <a:solidFill>
                  <a:srgbClr val="08665C"/>
                </a:solidFill>
                <a:latin typeface="Arial Bold"/>
                <a:ea typeface="Arial Bold"/>
                <a:cs typeface="Arial Bold"/>
                <a:sym typeface="Arial Bold"/>
              </a:rPr>
              <a:t>Please download collateral and training materials now.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BB4385-DB55-4B38-8540-51D23CD16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41538"/>
            <a:ext cx="8137525" cy="683369"/>
          </a:xfrm>
        </p:spPr>
        <p:txBody>
          <a:bodyPr/>
          <a:lstStyle/>
          <a:p>
            <a:r>
              <a:rPr lang="en-US" dirty="0"/>
              <a:t>Take a minute to share your thoughts!</a:t>
            </a:r>
            <a:br>
              <a:rPr lang="en-US" dirty="0"/>
            </a:br>
            <a:br>
              <a:rPr lang="en-US" dirty="0"/>
            </a:br>
            <a:r>
              <a:rPr lang="en-US" sz="2400" b="0" dirty="0"/>
              <a:t>Your feedback is invaluable to us, and it plays a crucial role in helping us improve and deliver the best training experiences. </a:t>
            </a:r>
            <a:br>
              <a:rPr lang="en-US" sz="2400" b="0" dirty="0"/>
            </a:br>
            <a:br>
              <a:rPr lang="en-US" sz="2400" b="0" dirty="0"/>
            </a:br>
            <a:r>
              <a:rPr lang="en-US" sz="2400" dirty="0"/>
              <a:t>Please open your IADT app and complete this session survey</a:t>
            </a:r>
            <a:br>
              <a:rPr lang="en-US" sz="2400" b="0" dirty="0"/>
            </a:br>
            <a:br>
              <a:rPr lang="en-US" sz="2400" b="0" dirty="0"/>
            </a:br>
            <a:endParaRPr lang="en-US" sz="24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329DFA-2EFF-4F95-BE50-B17DD9A110A9}"/>
              </a:ext>
            </a:extLst>
          </p:cNvPr>
          <p:cNvSpPr txBox="1"/>
          <p:nvPr/>
        </p:nvSpPr>
        <p:spPr bwMode="auto">
          <a:xfrm>
            <a:off x="8991600" y="5105400"/>
            <a:ext cx="65" cy="955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t" anchorCtr="0">
            <a:spAutoFit/>
          </a:bodyPr>
          <a:lstStyle/>
          <a:p>
            <a:pPr marR="0" algn="l" defTabSz="576000" eaLnBrk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</a:pPr>
            <a:endParaRPr lang="en-US" sz="5400" b="1" kern="0" baseline="0" dirty="0">
              <a:latin typeface="Brush Script MT" panose="03060802040406070304" pitchFamily="66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99C50D-C5B6-D9DB-9A64-3384D1B9B9FC}"/>
              </a:ext>
            </a:extLst>
          </p:cNvPr>
          <p:cNvSpPr txBox="1"/>
          <p:nvPr/>
        </p:nvSpPr>
        <p:spPr bwMode="auto">
          <a:xfrm>
            <a:off x="8852430" y="5924907"/>
            <a:ext cx="3282950" cy="634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rtlCol="0" anchor="t" anchorCtr="0">
            <a:spAutoFit/>
          </a:bodyPr>
          <a:lstStyle/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r>
              <a:rPr lang="en-US" sz="1800" b="1" dirty="0"/>
              <a:t>Thank you for taking the time </a:t>
            </a:r>
          </a:p>
          <a:p>
            <a:pPr defTabSz="576000" eaLnBrk="0" fontAlgn="auto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</a:pPr>
            <a:r>
              <a:rPr lang="en-US" sz="1800" b="1" dirty="0"/>
              <a:t>to help us win together!</a:t>
            </a:r>
            <a:endParaRPr lang="en-US" sz="1800" b="1" kern="0" baseline="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555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9846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CLMASTER" val="0"/>
  <p:tag name="SLIDESPERROW" val="4"/>
  <p:tag name="THUMBWIDTH" val="220"/>
  <p:tag name="INFINEON_CATEGORY" val="{&quot;CategoryList&quot;:[],&quot;CategoryDictionary&quot;:{}}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/gsAAAAAAAAAAAAAIAD///////////////8AAAD////////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10GBAEGmsRCrWeMKWDzcgcEAAAAAAADAAAAAAADAAAAAwADAAIA////////BQAAAAMAEAAL1tOUau8zpU2NYkRIb9lDWQQAAAABAAMAAAACAAMAAAAEAAMAAAAAAAMAAAAEAAQAAgD///////8FAAAABAAQAAtU0aCsIfNqT7UjuaR5MIJh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XQYEAQaaxEKtZ4wpYPNyBwNEYXRhABsAAAAETGlua2VkU2hhcGVEYXRhAAUAAAAAAAJOYW1lABkAAABMaW5rZWRTaGFwZXNEYXRhUHJvcGVydHkAEFZlcnNpb24AAAAAAAlMYXN0V3JpdGUAQe86A4IBAAAAAQD/////gwCDAAAABV9pZAAQAAAABNbTlGrvM6VNjWJESG/ZQ1kDRGF0YQAbAAAABExpbmtlZFNoYXBlRGF0YQAFAAAAAAACTmFtZQAZAAAATGlua2VkU2hhcGVzRGF0YVByb3BlcnR5ABBWZXJzaW9uAAEAAAAJTGFzdFdyaXRlAPjPZFaOAQAAAAIA/////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VCwAAAAAAAAAAAAAgAf///////////////wAAAP///////////////wUAAAAE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AEAAAAAAAFAAAABAAFAAAAAwADAAIBAwAAAAMA////////GgAGTGlua2VkU2hhcGVzRGF0YVByb3BlcnR5XzEEAAAAAQAFAAAAAgAFAAAAAQAFAAAABAD///////8EAAIBAwAAAAQA////////JQAGTGlua2VkU2hhcGVQcmVzZW50YXRpb25TZXR0aW5nc0RhdGFfMAQAAAACAAUAAAAAAAUAAAACAAUAAAAA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464432312502879"/>
  <p:tag name="EMPOWERCHARTSPROPERTIES_A_LENGTH" val="24576"/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EKGUID" val="f8120ca7-cceb-428f-a7d0-f20ce9397e1b"/>
  <p:tag name="MIO_UPDATE" val="True"/>
  <p:tag name="MIO_DBID" val="FDE84254-54DB-49E3-9A0E-CDE72035D530"/>
  <p:tag name="MIO_OBJECTNAME" val="Infineon LCD 16:9"/>
  <p:tag name="MIO_SHOW_DATE" val="False"/>
  <p:tag name="MIO_SHOW_FOOTER" val="False"/>
  <p:tag name="MIO_SHOW_PAGENUMBER" val="False"/>
  <p:tag name="MIO_CD_LAYOUT_VALID_AREA" val="False"/>
  <p:tag name="MIO_EMBED_FONT" val="False"/>
  <p:tag name="MIO_NUMBER_OF_VALID_LAYOUTS" val="20"/>
  <p:tag name="MIO_FALLBACK_LAYOUT" val="1"/>
  <p:tag name="MIO_AVOID_BLANK_LAYOUT" val="True"/>
  <p:tag name="MIO_MATCH_COLOR_SCHEME" val="False"/>
  <p:tag name="MIO_VERSION" val="19.01.2026 11:45:53"/>
  <p:tag name="MIO_LASTDOWNLOADED" val="20.01.2026 16:48:30.564"/>
  <p:tag name="MIO_CONTENTTAG" val="EiShwbTq9Uuj32IvFcNsTw=="/>
  <p:tag name="MIO_CDID" val="e2fc2f9e-d5cf-4311-b3a1-0559b8fd1ab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Infineon 16:9MIOPlaceholderMapping.IFX_Final_ClaimMIOPlaceholderMapping.19MIOPlaceholderMapping-Infineon 16:9MIOPlaceholderMapping.FinalMIOPlaceholderMapping.18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GENDA_ELEMENTNAME" val="MIO_AGENDA_OVERVIEW_SLIDE"/>
  <p:tag name="MIO_AGENDA_OVERVIEW_SLIDE_ONLY" val="True"/>
  <p:tag name="MIO_AGENDA_AGENDAPOINT_XML_TAG" val="&lt;?xml version=&quot;1.0&quot; encoding=&quot;utf-16&quot;?&gt;&#10;&lt;ArrayOfAgendaPointElement xmlns:xsd=&quot;http://www.w3.org/2001/XMLSchema&quot; xmlns:xsi=&quot;http://www.w3.org/2001/XMLSchema-instance&quot;&gt;&#10;  &lt;AgendaPointElement&gt;&#10;    &lt;ElementName&gt;Working Effectively with Version Control &amp;amp; Git&lt;/ElementName&gt;&#10;    &lt;Duration /&gt;&#10;    &lt;SpeakerName /&gt;&#10;    &lt;NumberString&gt;1&lt;/NumberString&gt;&#10;    &lt;ExplicitLevel&gt;1&lt;/ExplicitLevel&gt;&#10;    &lt;SubItems /&gt;&#10;    &lt;LevelIndex&gt;0&lt;/LevelIndex&gt;&#10;  &lt;/AgendaPointElement&gt;&#10;  &lt;AgendaPointElement&gt;&#10;    &lt;ElementName&gt;Sharing, Importing &amp;amp; Exporting Projects&lt;/ElementName&gt;&#10;    &lt;Duration /&gt;&#10;    &lt;SpeakerName /&gt;&#10;    &lt;NumberString&gt;2&lt;/NumberString&gt;&#10;    &lt;ExplicitLevel&gt;1&lt;/ExplicitLevel&gt;&#10;    &lt;SubItems /&gt;&#10;    &lt;LevelIndex&gt;0&lt;/LevelIndex&gt;&#10;  &lt;/AgendaPointElement&gt;&#10;  &lt;AgendaPointElement&gt;&#10;    &lt;ElementName&gt;Understanding the ModusToolbox™ BSP Concept&lt;/ElementName&gt;&#10;    &lt;Duration /&gt;&#10;    &lt;SpeakerName /&gt;&#10;    &lt;NumberString&gt;3&lt;/NumberString&gt;&#10;    &lt;ExplicitLevel&gt;1&lt;/ExplicitLevel&gt;&#10;    &lt;SubItems /&gt;&#10;    &lt;LevelIndex&gt;0&lt;/LevelIndex&gt;&#10;  &lt;/AgendaPointElement&gt;&#10;  &lt;AgendaPointElement&gt;&#10;    &lt;ElementName&gt;Workflows to Develop &amp;amp; Utilize a Custom BSP&lt;/ElementName&gt;&#10;    &lt;Duration /&gt;&#10;    &lt;SpeakerName /&gt;&#10;    &lt;NumberString&gt;4&lt;/NumberString&gt;&#10;    &lt;ExplicitLevel&gt;1&lt;/ExplicitLevel&gt;&#10;    &lt;SubItems /&gt;&#10;    &lt;LevelIndex&gt;0&lt;/LevelIndex&gt;&#10;  &lt;/AgendaPointElement&gt;&#10;  &lt;AgendaPointElement&gt;&#10;    &lt;ElementName&gt;Middleware Integration — Library Manager &amp;amp; Makefiles&lt;/ElementName&gt;&#10;    &lt;Duration /&gt;&#10;    &lt;SpeakerName /&gt;&#10;    &lt;NumberString&gt;5&lt;/NumberString&gt;&#10;    &lt;ExplicitLevel&gt;1&lt;/ExplicitLevel&gt;&#10;    &lt;SubItems /&gt;&#10;    &lt;LevelIndex&gt;0&lt;/LevelIndex&gt;&#10;  &lt;/AgendaPointElement&gt;&#10;  &lt;AgendaPointElement&gt;&#10;    &lt;ElementName&gt;Introduction to the Upcoming ModusToolbox™ SDK&lt;/ElementName&gt;&#10;    &lt;Duration /&gt;&#10;    &lt;SpeakerName /&gt;&#10;    &lt;NumberString&gt;6&lt;/NumberString&gt;&#10;    &lt;ExplicitLevel&gt;1&lt;/ExplicitLevel&gt;&#10;    &lt;SubItems /&gt;&#10;    &lt;LevelIndex&gt;0&lt;/LevelIndex&gt;&#10;  &lt;/AgendaPointElement&gt;&#10;  &lt;AgendaPointElement&gt;&#10;    &lt;ElementName&gt;Q&amp;amp;A&lt;/ElementName&gt;&#10;    &lt;Duration /&gt;&#10;    &lt;SpeakerName /&gt;&#10;    &lt;NumberString&gt;7&lt;/NumberString&gt;&#10;    &lt;ExplicitLevel&gt;1&lt;/ExplicitLevel&gt;&#10;    &lt;SubItems /&gt;&#10;    &lt;LevelIndex&gt;0&lt;/LevelIndex&gt;&#10;  &lt;/AgendaPointElement&gt;&#10;&lt;/ArrayOfAgendaPointElement&gt;"/>
  <p:tag name="MIO_AGENDA_SHOW_SUBITEMS_LEVEL2_TAG" val="True"/>
  <p:tag name="MIO_AGENDA_SCALEMODE_FIT_TO_SLIDE_TAG" val="True"/>
  <p:tag name="MIO_EKGUID" val="d9b0a732-6d6c-4fe3-b9e8-6a4a78dae162"/>
  <p:tag name="MIO_GUID" val="13fb04af-813c-4973-83fb-668150508221"/>
  <p:tag name="MIO_VERSION" val="31.12.9999 23:59:59"/>
  <p:tag name="MIO_DBID" val="fde84254-54db-49e3-9a0e-cde72035d530"/>
  <p:tag name="MIO_LASTDOWNLOADED" val="16.04.2026 11:08:09.247"/>
  <p:tag name="MIO_UPDATE" val="Fals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_NUMB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_NUMB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_NUMB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_NUMBER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_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_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HAPETYPES_AGENDA" val="MIO_AGENDA_FIRSTELEMENT_NUMBER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1be72a67-83c7-4ef1-96d5-05d143e9dd74"/>
  <p:tag name="MIO_EKGUID" val="f333e15d-dc4a-4c6e-9c43-a644eaf08ee6"/>
  <p:tag name="MIO_UPDATE" val="True"/>
  <p:tag name="MIO_VERSION" val="09.03.2023 11:26:25"/>
  <p:tag name="MIO_DBID" val="FDE84254-54DB-49E3-9A0E-CDE72035D530"/>
  <p:tag name="MIO_LASTDOWNLOADED" val="16.04.2026 13:56:09.072"/>
  <p:tag name="MIO_OBJECTNAME" val="Process infographic – horizontal"/>
  <p:tag name="MIO_CONTENTTAG" val="gqhRskAkKEecCJsBFqpt7X10uzqKHvFGrTjPnyX1Y+c="/>
  <p:tag name="MIO_LASTEDITORNAME" val="Verena Kohl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a4556119-6026-4702-920c-5c14b5547bba"/>
  <p:tag name="MIO_GUID" val="4cf140da-f01f-412e-b374-5d2742339b64"/>
  <p:tag name="MIO_UPDATE" val="True"/>
  <p:tag name="MIO_VERSION" val="05.03.2023 11:09:57"/>
  <p:tag name="MIO_DBID" val="FDE84254-54DB-49E3-9A0E-CDE72035D530"/>
  <p:tag name="MIO_LASTDOWNLOADED" val="16.04.2026 14:16:58.099"/>
  <p:tag name="MIO_OBJECTNAME" val="Computer"/>
  <p:tag name="MIO_CONTENTTAG" val="dIjkg9M9mEegF7TDYVA5xV/IPqFoMrJCoeEwx19hQB8="/>
  <p:tag name="MIO_LASTEDITORNAME" val="Verena Kohl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1443630d-3c0c-4156-a38c-ba0b8cdf2766"/>
  <p:tag name="MIO_GUID" val="67ec99c1-b423-4342-9f41-8ebf0f49e64d"/>
  <p:tag name="MIO_UPDATE" val="True"/>
  <p:tag name="MIO_VERSION" val="05.03.2023 11:09:44"/>
  <p:tag name="MIO_DBID" val="FDE84254-54DB-49E3-9A0E-CDE72035D530"/>
  <p:tag name="MIO_LASTDOWNLOADED" val="16.04.2026 14:16:13.751"/>
  <p:tag name="MIO_OBJECTNAME" val="Cloud"/>
  <p:tag name="MIO_CONTENTTAG" val="cT1pOJz23keBJRzWaZpB1jrG/Rhjp/9Enulyi/KX1FA="/>
  <p:tag name="MIO_LASTEDITORNAME" val="Verena Kohl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B-SLIDENAME" val="Process 4"/>
  <p:tag name="FB-CATEGORY" val="Process"/>
  <p:tag name="MIO_GUID" val="22c106f7-060c-479b-9cb6-49ee74d09713"/>
  <p:tag name="MIO_EKGUID" val="36c9f2d0-afe0-4244-ac50-fa84d445e637"/>
  <p:tag name="MIO_UPDATE" val="True"/>
  <p:tag name="MIO_VERSION" val="02.02.2026 14:42:49"/>
  <p:tag name="MIO_DBID" val="FDE84254-54DB-49E3-9A0E-CDE72035D530"/>
  <p:tag name="MIO_LASTDOWNLOADED" val="16.04.2026 14:39:11.771"/>
  <p:tag name="MIO_OBJECTNAME" val="Comparison (2)"/>
  <p:tag name="MIO_CONTENTTAG" val="gN4P5hj7OkG/FjArLthnwA=="/>
  <p:tag name="MIO_LASTEDITORNAME" val="Miguel Madeyski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25072b8-ea43-4a50-9bf6-2b8a59445465"/>
  <p:tag name="MIO_EKGUID" val="ac0ebba2-92e3-410f-b7d1-ce71302b8a47"/>
  <p:tag name="MIO_UPDATE" val="True"/>
  <p:tag name="MIO_VERSION" val="09.03.2023 11:26:21"/>
  <p:tag name="MIO_DBID" val="FDE84254-54DB-49E3-9A0E-CDE72035D530"/>
  <p:tag name="MIO_LASTDOWNLOADED" val="16.04.2026 13:42:10.430"/>
  <p:tag name="MIO_OBJECTNAME" val="Process infographic – vertical"/>
  <p:tag name="MIO_CONTENTTAG" val="+YCqXI65uEOP9Eb855HQ/ncpYP2lbn9Hs1Gdr2vDfPA="/>
  <p:tag name="MIO_LASTEDITORNAME" val="Verena Kohl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f414782c-cd95-4aba-ac42-9093a1d825d5"/>
  <p:tag name="MIO_EKGUID" val="c800f650-0fca-4819-b1d8-23257dc0893c"/>
  <p:tag name="MIO_UPDATE" val="True"/>
  <p:tag name="MIO_VERSION" val="11.02.2026 14:15:31"/>
  <p:tag name="MIO_DBID" val="FDE84254-54DB-49E3-9A0E-CDE72035D530"/>
  <p:tag name="MIO_LASTDOWNLOADED" val="16.04.2026 14:27:21.556"/>
  <p:tag name="MIO_OBJECTNAME" val="Circle (4)"/>
  <p:tag name="MIO_CONTENTTAG" val="24/pQWw0rUSo6li0mJAaEg=="/>
  <p:tag name="MIO_LASTEDITORNAME" val="Alina Raquel Grunert da Fonseca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1be72a67-83c7-4ef1-96d5-05d143e9dd74"/>
  <p:tag name="MIO_EKGUID" val="f333e15d-dc4a-4c6e-9c43-a644eaf08ee6"/>
  <p:tag name="MIO_UPDATE" val="True"/>
  <p:tag name="MIO_VERSION" val="09.03.2023 11:26:25"/>
  <p:tag name="MIO_DBID" val="FDE84254-54DB-49E3-9A0E-CDE72035D530"/>
  <p:tag name="MIO_LASTDOWNLOADED" val="16.04.2026 13:56:09.072"/>
  <p:tag name="MIO_OBJECTNAME" val="Process infographic – horizontal"/>
  <p:tag name="MIO_CONTENTTAG" val="gqhRskAkKEecCJsBFqpt7X10uzqKHvFGrTjPnyX1Y+c="/>
  <p:tag name="MIO_LASTEDITORNAME" val="Verena Kohl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d92c822b-a9f8-464b-8e0c-3a87c8de70b6"/>
  <p:tag name="MIO_GUID" val="63f3e6f3-7e90-4999-91af-150b80a5780a"/>
  <p:tag name="MIO_UPDATE" val="True"/>
  <p:tag name="MIO_VERSION" val="05.03.2023 11:09:38"/>
  <p:tag name="MIO_DBID" val="FDE84254-54DB-49E3-9A0E-CDE72035D530"/>
  <p:tag name="MIO_LASTDOWNLOADED" val="16.04.2026 14:20:43.874"/>
  <p:tag name="MIO_OBJECTNAME" val="Chip"/>
  <p:tag name="MIO_CONTENTTAG" val="YPQ+u72Qnk25mTufp+0omPc0TUVzs2BDgMREvA789ws="/>
  <p:tag name="MIO_LASTEDITORNAME" val="Verena Kohl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01c70cb8-96fa-4909-9766-e8c91b4bdc51"/>
  <p:tag name="MIO_GUID" val="a94f72c8-e3fb-4c14-8cf1-76fcbe9545b6"/>
  <p:tag name="MIO_UPDATE" val="True"/>
  <p:tag name="MIO_VERSION" val="05.03.2023 11:12:20"/>
  <p:tag name="MIO_DBID" val="FDE84254-54DB-49E3-9A0E-CDE72035D530"/>
  <p:tag name="MIO_LASTDOWNLOADED" val="16.04.2026 14:21:24.152"/>
  <p:tag name="MIO_OBJECTNAME" val="Gear wheels"/>
  <p:tag name="MIO_CONTENTTAG" val="TbGLN2aOb0GPrKbDODSXL0XYO3WF/oNAqoU9Tfk3Z04="/>
  <p:tag name="MIO_LASTEDITORNAME" val="Verena Kohl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fc349428-902d-45c4-87c4-b530a6103745"/>
  <p:tag name="MIO_GUID" val="608ec248-9c97-4ce2-a416-01fee057b76c"/>
  <p:tag name="MIO_UPDATE" val="True"/>
  <p:tag name="MIO_VERSION" val="05.03.2023 11:14:45"/>
  <p:tag name="MIO_DBID" val="FDE84254-54DB-49E3-9A0E-CDE72035D530"/>
  <p:tag name="MIO_LASTDOWNLOADED" val="16.04.2026 14:21:18.262"/>
  <p:tag name="MIO_OBJECTNAME" val="Puzzle"/>
  <p:tag name="MIO_CONTENTTAG" val="cokKvGUQ0UG3zBW25WooO8Swh1HZd2lGh/F3XmMXscQ="/>
  <p:tag name="MIO_LASTEDITORNAME" val="Verena Kohl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B-SLIDENAME" val="Development 3"/>
  <p:tag name="FB-CATEGORY" val="Process"/>
  <p:tag name="MIO_GUID" val="991c5761-3a3a-45c2-96f6-8b6da4fcd9ef"/>
  <p:tag name="MIO_EKGUID" val="a8084ea2-467a-494c-a7fc-06c95f6827fa"/>
  <p:tag name="MIO_UPDATE" val="True"/>
  <p:tag name="MIO_VERSION" val="09.03.2023 11:25:05"/>
  <p:tag name="MIO_DBID" val="FDE84254-54DB-49E3-9A0E-CDE72035D530"/>
  <p:tag name="MIO_LASTDOWNLOADED" val="16.04.2026 14:52:15.012"/>
  <p:tag name="MIO_OBJECTNAME" val="Process / Text box"/>
  <p:tag name="MIO_CONTENTTAG" val="HEcAJAFKbkWj+N9Kc81utcg6JZPn3D1PuAoQHrhwsDA="/>
  <p:tag name="MIO_LASTEDITORNAME" val="Verena Kohl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B-SLIDENAME" val="Development 3"/>
  <p:tag name="FB-CATEGORY" val="Process"/>
  <p:tag name="MIO_GUID" val="991c5761-3a3a-45c2-96f6-8b6da4fcd9ef"/>
  <p:tag name="MIO_EKGUID" val="a8084ea2-467a-494c-a7fc-06c95f6827fa"/>
  <p:tag name="MIO_UPDATE" val="True"/>
  <p:tag name="MIO_VERSION" val="09.03.2023 11:25:05"/>
  <p:tag name="MIO_DBID" val="FDE84254-54DB-49E3-9A0E-CDE72035D530"/>
  <p:tag name="MIO_LASTDOWNLOADED" val="16.04.2026 14:52:15.012"/>
  <p:tag name="MIO_OBJECTNAME" val="Process / Text box"/>
  <p:tag name="MIO_CONTENTTAG" val="HEcAJAFKbkWj+N9Kc81utcg6JZPn3D1PuAoQHrhwsDA="/>
  <p:tag name="MIO_LASTEDITORNAME" val="Verena Kohl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c25072b8-ea43-4a50-9bf6-2b8a59445465"/>
  <p:tag name="MIO_EKGUID" val="ac0ebba2-92e3-410f-b7d1-ce71302b8a47"/>
  <p:tag name="MIO_UPDATE" val="True"/>
  <p:tag name="MIO_VERSION" val="09.03.2023 11:26:21"/>
  <p:tag name="MIO_DBID" val="FDE84254-54DB-49E3-9A0E-CDE72035D530"/>
  <p:tag name="MIO_LASTDOWNLOADED" val="16.04.2026 17:18:46.247"/>
  <p:tag name="MIO_OBJECTNAME" val="Process infographic – vertical"/>
  <p:tag name="MIO_CONTENTTAG" val="+YCqXI65uEOP9Eb855HQ/ncpYP2lbn9Hs1Gdr2vDfPA="/>
  <p:tag name="MIO_LASTEDITORNAME" val="Verena Kohl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4263d8d-5d4b-4827-8ab9-1c90587cd5db"/>
  <p:tag name="MIO_GUID" val="a49dec4b-da6f-488b-92d3-205209d67bef"/>
  <p:tag name="MIO_UPDATE" val="True"/>
  <p:tag name="MIO_VERSION" val="06.02.2023 10:34:47"/>
  <p:tag name="MIO_DBID" val="0F45B44C-9BC7-4D85-81C4-7155EE70A7B9"/>
  <p:tag name="MIO_LASTDOWNLOADED" val="07.02.2023 12:29:31.707"/>
  <p:tag name="MIO_OBJECTNAME" val="TextBox"/>
  <p:tag name="MIO_LASTEDITORNAME" val=" Verena Kohl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79bae7e3-3df0-48e2-a497-e5a9b494f0a3"/>
  <p:tag name="MIO_GUID" val="d8442002-df2e-491e-8040-2d839e88177f"/>
  <p:tag name="MIO_UPDATE" val="True"/>
  <p:tag name="MIO_VERSION" val="05.03.2023 11:10:43"/>
  <p:tag name="MIO_DBID" val="FDE84254-54DB-49E3-9A0E-CDE72035D530"/>
  <p:tag name="MIO_LASTDOWNLOADED" val="16.04.2026 17:21:59.877"/>
  <p:tag name="MIO_OBJECTNAME" val="Flowchart"/>
  <p:tag name="MIO_CONTENTTAG" val="9N4mPNVSkUeelnlgnJtg9Ai8RpClDoRDlk+ocac4lLA="/>
  <p:tag name="MIO_LASTEDITORNAME" val="Verena Kohl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9f6fbe94-16fc-4e2e-9ad6-ff77775a6d22"/>
  <p:tag name="MIO_GUID" val="51bb6f5a-7718-45d5-a185-6f8e56502cf6"/>
  <p:tag name="MIO_UPDATE" val="True"/>
  <p:tag name="MIO_VERSION" val="05.03.2023 11:09:26"/>
  <p:tag name="MIO_DBID" val="FDE84254-54DB-49E3-9A0E-CDE72035D530"/>
  <p:tag name="MIO_LASTDOWNLOADED" val="16.04.2026 17:21:32.866"/>
  <p:tag name="MIO_OBJECTNAME" val="Change"/>
  <p:tag name="MIO_CONTENTTAG" val="YT3qx3O7jUiXztmorN/so7zw8Fku649HviujhTrm25c="/>
  <p:tag name="MIO_LASTEDITORNAME" val="Verena Kohl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5d81623d-4be4-4c88-a322-d69cf8cea1c7"/>
  <p:tag name="MIO_GUID" val="535822b0-5eee-4657-8154-97df653c4269"/>
  <p:tag name="MIO_UPDATE" val="True"/>
  <p:tag name="MIO_VERSION" val="05.03.2023 11:09:35"/>
  <p:tag name="MIO_DBID" val="FDE84254-54DB-49E3-9A0E-CDE72035D530"/>
  <p:tag name="MIO_LASTDOWNLOADED" val="16.04.2026 17:20:57.670"/>
  <p:tag name="MIO_OBJECTNAME" val="Check"/>
  <p:tag name="MIO_CONTENTTAG" val="Uy1sT8x3ukWq/Ks1wS5r4fk7h/99lY1Ilaa6jF2N76w="/>
  <p:tag name="MIO_LASTEDITORNAME" val="Verena Kohl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B-SLIDENAME" val="Process 3"/>
  <p:tag name="FB-CATEGORY" val="Process"/>
  <p:tag name="MIO_GUID" val="b1fbc4a0-3d78-4bcd-842f-f730d85a0879"/>
  <p:tag name="MIO_EKGUID" val="0a6273f9-6dd7-4982-9188-5ed372f80332"/>
  <p:tag name="MIO_UPDATE" val="True"/>
  <p:tag name="MIO_VERSION" val="09.03.2023 11:25:10"/>
  <p:tag name="MIO_DBID" val="FDE84254-54DB-49E3-9A0E-CDE72035D530"/>
  <p:tag name="MIO_LASTDOWNLOADED" val="16.04.2026 18:17:59.645"/>
  <p:tag name="MIO_OBJECTNAME" val="Process / Text box (2)"/>
  <p:tag name="MIO_CONTENTTAG" val="hOA1vZv1HUqlBdetxucHdPTk0GcJ481OtsOBW8STP1o="/>
  <p:tag name="MIO_LASTEDITORNAME" val="Verena Kohl"/>
</p:tagLst>
</file>

<file path=ppt/theme/theme1.xml><?xml version="1.0" encoding="utf-8"?>
<a:theme xmlns:a="http://schemas.openxmlformats.org/drawingml/2006/main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Infineon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>
          <a:noFill/>
          <a:miter lim="800000"/>
          <a:headEnd/>
          <a:tailEnd/>
        </a:ln>
      </a:spPr>
      <a:bodyPr wrap="square" lIns="72000" tIns="72000" rIns="72000" bIns="72000" rtlCol="0" anchor="ctr"/>
      <a:lstStyle>
        <a:defPPr algn="ctr" defTabSz="576000" eaLnBrk="0" hangingPunct="0">
          <a:lnSpc>
            <a:spcPct val="120000"/>
          </a:lnSpc>
          <a:defRPr sz="1600" baseline="0" dirty="0">
            <a:solidFill>
              <a:schemeClr val="bg1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bg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wrap="square" lIns="0" tIns="0" rIns="0" bIns="0" rtlCol="0" anchor="t" anchorCtr="0">
        <a:spAutoFit/>
      </a:bodyPr>
      <a:lstStyle>
        <a:defPPr marL="252000" marR="0" indent="-252000" algn="l" defTabSz="576000" eaLnBrk="0" fontAlgn="auto" latinLnBrk="0" hangingPunct="0">
          <a:lnSpc>
            <a:spcPct val="120000"/>
          </a:lnSpc>
          <a:spcBef>
            <a:spcPts val="0"/>
          </a:spcBef>
          <a:spcAft>
            <a:spcPts val="0"/>
          </a:spcAft>
          <a:buClr>
            <a:schemeClr val="tx2"/>
          </a:buClr>
          <a:buSzTx/>
          <a:buFont typeface="Arial" panose="020B0604020202020204" pitchFamily="34" charset="0"/>
          <a:buChar char="‒"/>
          <a:tabLst/>
          <a:defRPr sz="1800" kern="0" baseline="0" dirty="0"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100">
      <a:srgbClr val="0A8276"/>
    </a:custClr>
    <a:custClr name="Ocean 80">
      <a:srgbClr val="3B9B91"/>
    </a:custClr>
    <a:custClr name="Ocean 60">
      <a:srgbClr val="6CB4AD"/>
    </a:custClr>
    <a:custClr name="Ocean 40">
      <a:srgbClr val="B8DEDA"/>
    </a:custClr>
    <a:custClr name="White">
      <a:srgbClr val="FFFFF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Main">
      <a:srgbClr val="9BBA43"/>
    </a:custClr>
    <a:custClr name="Berry Main">
      <a:srgbClr val="9C216E"/>
    </a:custClr>
    <a:custClr name="Engineering Main">
      <a:srgbClr val="575352"/>
    </a:custClr>
    <a:custClr name="Sun Main">
      <a:srgbClr val="F97414"/>
    </a:custClr>
    <a:custClr name="Sand Main">
      <a:srgbClr val="FCD442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Lawn Light">
      <a:srgbClr val="B9D257"/>
    </a:custClr>
    <a:custClr name="Berry Light">
      <a:srgbClr val="BE3283"/>
    </a:custClr>
    <a:custClr name="Engineering Light">
      <a:srgbClr val="8D8786"/>
    </a:custClr>
    <a:custClr name="Sun Light">
      <a:srgbClr val="FF9737"/>
    </a:custClr>
    <a:custClr name="Sand Light">
      <a:srgbClr val="FBE273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Grey 300 ">
      <a:srgbClr val="DCD5D7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Default Theme.pptx" id="{C8D7850A-85F6-433E-8B8D-D3A754B0866C}" vid="{BE8D058B-B1E2-4161-A236-0E9C761F9F92}"/>
    </a:ext>
  </a:extLst>
</a:theme>
</file>

<file path=ppt/theme/theme2.xml><?xml version="1.0" encoding="utf-8"?>
<a:theme xmlns:a="http://schemas.openxmlformats.org/drawingml/2006/main" name="Larissa-Design">
  <a:themeElements>
    <a:clrScheme name="Infineon">
      <a:dk1>
        <a:srgbClr val="000000"/>
      </a:dk1>
      <a:lt1>
        <a:srgbClr val="FFFFFF"/>
      </a:lt1>
      <a:dk2>
        <a:srgbClr val="FFE054"/>
      </a:dk2>
      <a:lt2>
        <a:srgbClr val="E9E6E6"/>
      </a:lt2>
      <a:accent1>
        <a:srgbClr val="E30034"/>
      </a:accent1>
      <a:accent2>
        <a:srgbClr val="928285"/>
      </a:accent2>
      <a:accent3>
        <a:srgbClr val="84B6A7"/>
      </a:accent3>
      <a:accent4>
        <a:srgbClr val="AEC067"/>
      </a:accent4>
      <a:accent5>
        <a:srgbClr val="EE813C"/>
      </a:accent5>
      <a:accent6>
        <a:srgbClr val="AB377A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Infineon_ColorTheme_2012">
      <a:dk1>
        <a:srgbClr val="00214A"/>
      </a:dk1>
      <a:lt1>
        <a:srgbClr val="FFFFFF"/>
      </a:lt1>
      <a:dk2>
        <a:srgbClr val="00214A"/>
      </a:dk2>
      <a:lt2>
        <a:srgbClr val="C8D8E6"/>
      </a:lt2>
      <a:accent1>
        <a:srgbClr val="B70D28"/>
      </a:accent1>
      <a:accent2>
        <a:srgbClr val="E3EBF2"/>
      </a:accent2>
      <a:accent3>
        <a:srgbClr val="005DA9"/>
      </a:accent3>
      <a:accent4>
        <a:srgbClr val="969696"/>
      </a:accent4>
      <a:accent5>
        <a:srgbClr val="FDC400"/>
      </a:accent5>
      <a:accent6>
        <a:srgbClr val="009651"/>
      </a:accent6>
      <a:hlink>
        <a:srgbClr val="1122CC"/>
      </a:hlink>
      <a:folHlink>
        <a:srgbClr val="1122CC"/>
      </a:folHlink>
    </a:clrScheme>
    <a:fontScheme name="Infineon Fonts">
      <a:majorFont>
        <a:latin typeface="Verdana"/>
        <a:ea typeface=""/>
        <a:cs typeface="Verdana"/>
      </a:majorFont>
      <a:minorFont>
        <a:latin typeface="Verdana"/>
        <a:ea typeface=""/>
        <a:cs typeface="Verdana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add22d0-fb4f-4780-81e3-4104ca6646f2" xsi:nil="true"/>
    <lcf76f155ced4ddcb4097134ff3c332f xmlns="59b6271e-7032-4958-8b1b-b397779a5ed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EB56A61B4C00947898D82D06963611E" ma:contentTypeVersion="15" ma:contentTypeDescription="Ein neues Dokument erstellen." ma:contentTypeScope="" ma:versionID="1dc54802e6c7a0c11432c14fa31ef0b1">
  <xsd:schema xmlns:xsd="http://www.w3.org/2001/XMLSchema" xmlns:xs="http://www.w3.org/2001/XMLSchema" xmlns:p="http://schemas.microsoft.com/office/2006/metadata/properties" xmlns:ns2="59b6271e-7032-4958-8b1b-b397779a5edd" xmlns:ns3="8add22d0-fb4f-4780-81e3-4104ca6646f2" targetNamespace="http://schemas.microsoft.com/office/2006/metadata/properties" ma:root="true" ma:fieldsID="a6f0f3cc70ae8bf5c7c46b87ded16118" ns2:_="" ns3:_="">
    <xsd:import namespace="59b6271e-7032-4958-8b1b-b397779a5edd"/>
    <xsd:import namespace="8add22d0-fb4f-4780-81e3-4104ca6646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b6271e-7032-4958-8b1b-b397779a5e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d64df55c-0d35-4409-9d5b-5829daa2b6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dd22d0-fb4f-4780-81e3-4104ca6646f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fc02de1-8c8f-4191-a788-16eb72695625}" ma:internalName="TaxCatchAll" ma:showField="CatchAllData" ma:web="8add22d0-fb4f-4780-81e3-4104ca664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99A1D5-F553-4264-9022-E0136C61CE27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purl.org/dc/terms/"/>
    <ds:schemaRef ds:uri="a709603d-609a-478b-a91d-3c5e984c0e79"/>
    <ds:schemaRef ds:uri="6ef45842-284e-44e4-b2db-1749e7948b44"/>
    <ds:schemaRef ds:uri="http://schemas.microsoft.com/office/infopath/2007/PartnerControls"/>
    <ds:schemaRef ds:uri="http://schemas.openxmlformats.org/package/2006/metadata/core-properties"/>
    <ds:schemaRef ds:uri="8add22d0-fb4f-4780-81e3-4104ca6646f2"/>
    <ds:schemaRef ds:uri="59b6271e-7032-4958-8b1b-b397779a5edd"/>
  </ds:schemaRefs>
</ds:datastoreItem>
</file>

<file path=customXml/itemProps2.xml><?xml version="1.0" encoding="utf-8"?>
<ds:datastoreItem xmlns:ds="http://schemas.openxmlformats.org/officeDocument/2006/customXml" ds:itemID="{8014FDB3-C68D-4DD7-B6CF-2B363C4C1B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9b6271e-7032-4958-8b1b-b397779a5edd"/>
    <ds:schemaRef ds:uri="8add22d0-fb4f-4780-81e3-4104ca664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C6748B-B74E-4BE1-834C-AEBB9BCA18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497</TotalTime>
  <Words>4249</Words>
  <Application>Microsoft Office PowerPoint</Application>
  <PresentationFormat>Widescreen</PresentationFormat>
  <Paragraphs>640</Paragraphs>
  <Slides>51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??</vt:lpstr>
      <vt:lpstr>Arial</vt:lpstr>
      <vt:lpstr>Arial Bold</vt:lpstr>
      <vt:lpstr>Brush Script MT</vt:lpstr>
      <vt:lpstr>Consolas</vt:lpstr>
      <vt:lpstr>Symbol</vt:lpstr>
      <vt:lpstr>Infineon 16:9</vt:lpstr>
      <vt:lpstr>Infineon Academy Distribution Training Mastering ModusToolbox™ in Your Development Workflow</vt:lpstr>
      <vt:lpstr>Agenda</vt:lpstr>
      <vt:lpstr>Session Roadmap</vt:lpstr>
      <vt:lpstr>Working effectively with  version control and git</vt:lpstr>
      <vt:lpstr>The ModusToolbox™ project structure</vt:lpstr>
      <vt:lpstr>The .mtb dependency model</vt:lpstr>
      <vt:lpstr>What are deps/ and libs/ folders?</vt:lpstr>
      <vt:lpstr>What to commit, what to ignore?</vt:lpstr>
      <vt:lpstr>The version-controlled project flow</vt:lpstr>
      <vt:lpstr>Git workflow best practices</vt:lpstr>
      <vt:lpstr>Demo / Exercise Clone a real project and  verify dependencies</vt:lpstr>
      <vt:lpstr>Exercise - Clone a real project and verify dependencies</vt:lpstr>
      <vt:lpstr>Sharing, importing and exporting projects </vt:lpstr>
      <vt:lpstr>Three typical ways to share a project</vt:lpstr>
      <vt:lpstr>ModusToolbox Archiving and Sharing Utility - mtbarchive</vt:lpstr>
      <vt:lpstr>Saving and sharing your work with git</vt:lpstr>
      <vt:lpstr>Getting a shared project into your IDE</vt:lpstr>
      <vt:lpstr>Demo / Exercise IDE import and archive / sharing export</vt:lpstr>
      <vt:lpstr>Exercise - IDE import and archive / sharing export</vt:lpstr>
      <vt:lpstr>Understanding the  ModusToolbox™ BSP concept </vt:lpstr>
      <vt:lpstr>What is a ModusToolbox™ BSP?</vt:lpstr>
      <vt:lpstr>Anatomy of a Board Support Package</vt:lpstr>
      <vt:lpstr>Directory structure of a Board Support Package</vt:lpstr>
      <vt:lpstr>Device Configurator flow </vt:lpstr>
      <vt:lpstr>Demo BSP Walkthrough</vt:lpstr>
      <vt:lpstr>Workflows to develop and utilize a custom BSP </vt:lpstr>
      <vt:lpstr>Why Create a Custom BSP?</vt:lpstr>
      <vt:lpstr>Creating a custom BSP – modify existing BSP in place</vt:lpstr>
      <vt:lpstr>Creating a new custom BSP using standalone BSP Assistant</vt:lpstr>
      <vt:lpstr>Making Your custom BSP available to others</vt:lpstr>
      <vt:lpstr>Best practices for custom BSPs</vt:lpstr>
      <vt:lpstr>Demo / Exercise Create your own custom BSP</vt:lpstr>
      <vt:lpstr>Exercise - Create your own custom BSP</vt:lpstr>
      <vt:lpstr>Middleware integration with  Library Manager and Makefiles </vt:lpstr>
      <vt:lpstr>Library Manager Overview</vt:lpstr>
      <vt:lpstr>Shared libraries across workspace projects</vt:lpstr>
      <vt:lpstr>Adding middleware to project</vt:lpstr>
      <vt:lpstr>Using Makefiles to integrate and configure middleware</vt:lpstr>
      <vt:lpstr>How do you know what COMPONENTS and DEFINES to add?</vt:lpstr>
      <vt:lpstr>Practical workflow — when you add a new library</vt:lpstr>
      <vt:lpstr>Middleware summary and key takeaways</vt:lpstr>
      <vt:lpstr>Demo Library Manager and CMSIS-DSP COMPONENT</vt:lpstr>
      <vt:lpstr>Introduction to the  upcoming ModusToolbox™ SDK </vt:lpstr>
      <vt:lpstr>How the development model is evolving</vt:lpstr>
      <vt:lpstr>What the SDK provides</vt:lpstr>
      <vt:lpstr>What changes for you and your customers</vt:lpstr>
      <vt:lpstr>SDK summary and key takeaways</vt:lpstr>
      <vt:lpstr>Q&amp;A</vt:lpstr>
      <vt:lpstr>PowerPoint Presentation</vt:lpstr>
      <vt:lpstr>Take a minute to share your thoughts!  Your feedback is invaluable to us, and it plays a crucial role in helping us improve and deliver the best training experiences.   Please open your IADT app and complete this session survey  </vt:lpstr>
      <vt:lpstr>PowerPoint Presentation</vt:lpstr>
    </vt:vector>
  </TitlesOfParts>
  <Company>Infineon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Jarvis Clark (CSS ICW MCU PMK SW)</dc:creator>
  <cp:lastModifiedBy>Jarvis Clark (CSS ICW MCU PMK SW)</cp:lastModifiedBy>
  <cp:revision>39</cp:revision>
  <dcterms:created xsi:type="dcterms:W3CDTF">2026-04-16T16:06:32Z</dcterms:created>
  <dcterms:modified xsi:type="dcterms:W3CDTF">2026-04-17T00:42:08Z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D">
    <vt:lpwstr/>
  </property>
  <property fmtid="{D5CDD505-2E9C-101B-9397-08002B2CF9AE}" pid="3" name="DocumentVersion">
    <vt:lpwstr/>
  </property>
  <property fmtid="{D5CDD505-2E9C-101B-9397-08002B2CF9AE}" pid="4" name="Proprietary">
    <vt:lpwstr/>
  </property>
  <property fmtid="{D5CDD505-2E9C-101B-9397-08002B2CF9AE}" pid="5" name="ConfidentialityMarking">
    <vt:lpwstr>restricted</vt:lpwstr>
  </property>
  <property fmtid="{D5CDD505-2E9C-101B-9397-08002B2CF9AE}" pid="6" name="AdditionalMarking">
    <vt:lpwstr/>
  </property>
  <property fmtid="{D5CDD505-2E9C-101B-9397-08002B2CF9AE}" pid="7" name="TemplateCompany">
    <vt:lpwstr>IFX</vt:lpwstr>
  </property>
  <property fmtid="{D5CDD505-2E9C-101B-9397-08002B2CF9AE}" pid="8" name="ContentTypeId">
    <vt:lpwstr>0x0101001EB56A61B4C00947898D82D06963611E</vt:lpwstr>
  </property>
  <property fmtid="{D5CDD505-2E9C-101B-9397-08002B2CF9AE}" pid="9" name="empower.integration.Classification.DocumentId">
    <vt:lpwstr/>
  </property>
  <property fmtid="{D5CDD505-2E9C-101B-9397-08002B2CF9AE}" pid="10" name="empower.integration.Classification.DocumentVersion">
    <vt:lpwstr/>
  </property>
  <property fmtid="{D5CDD505-2E9C-101B-9397-08002B2CF9AE}" pid="11" name="empower.integration.Classification.DocumentOwner">
    <vt:lpwstr/>
  </property>
  <property fmtid="{D5CDD505-2E9C-101B-9397-08002B2CF9AE}" pid="12" name="empower.integration.Classification.ShowFooter">
    <vt:bool>true</vt:bool>
  </property>
  <property fmtid="{D5CDD505-2E9C-101B-9397-08002B2CF9AE}" pid="13" name="empower.integration.Classification.RestrictionLevel">
    <vt:i4>1</vt:i4>
  </property>
  <property fmtid="{D5CDD505-2E9C-101B-9397-08002B2CF9AE}" pid="14" name="empower.integration.Classification.FooterDate">
    <vt:filetime>2026-04-17T00:25:29Z</vt:filetime>
  </property>
  <property fmtid="{D5CDD505-2E9C-101B-9397-08002B2CF9AE}" pid="15" name="empower.integration.Classification.DateFormat">
    <vt:lpwstr>yyyy-MM-dd</vt:lpwstr>
  </property>
  <property fmtid="{D5CDD505-2E9C-101B-9397-08002B2CF9AE}" pid="16" name="empower.integration.Classification.IsDraft">
    <vt:bool>false</vt:bool>
  </property>
  <property fmtid="{D5CDD505-2E9C-101B-9397-08002B2CF9AE}" pid="17" name="empower.integration.Classification.IsProprietary">
    <vt:bool>false</vt:bool>
  </property>
  <property fmtid="{D5CDD505-2E9C-101B-9397-08002B2CF9AE}" pid="18" name="empower.integration.Classification.HasAdditionalMarking">
    <vt:bool>false</vt:bool>
  </property>
  <property fmtid="{D5CDD505-2E9C-101B-9397-08002B2CF9AE}" pid="19" name="empower.integration.Classification.AdditionalMarking">
    <vt:lpwstr/>
  </property>
  <property fmtid="{D5CDD505-2E9C-101B-9397-08002B2CF9AE}" pid="20" name="empower.integration.Classification.IsEmpowerClassified">
    <vt:bool>true</vt:bool>
  </property>
  <property fmtid="{D5CDD505-2E9C-101B-9397-08002B2CF9AE}" pid="21" name="empower_migrated_document">
    <vt:lpwstr>true</vt:lpwstr>
  </property>
  <property fmtid="{D5CDD505-2E9C-101B-9397-08002B2CF9AE}" pid="22" name="MSIP_Label_a15a25aa-e944-415d-b7a7-40f6b9180b6b_Enabled">
    <vt:lpwstr>-1</vt:lpwstr>
  </property>
  <property fmtid="{D5CDD505-2E9C-101B-9397-08002B2CF9AE}" pid="23" name="MSIP_Label_a15a25aa-e944-415d-b7a7-40f6b9180b6b_SetDate">
    <vt:lpwstr>2026-04-17 00:25:35Z</vt:lpwstr>
  </property>
  <property fmtid="{D5CDD505-2E9C-101B-9397-08002B2CF9AE}" pid="24" name="MSIP_Label_a15a25aa-e944-415d-b7a7-40f6b9180b6b_Method">
    <vt:lpwstr>Privileged</vt:lpwstr>
  </property>
  <property fmtid="{D5CDD505-2E9C-101B-9397-08002B2CF9AE}" pid="25" name="MSIP_Label_a15a25aa-e944-415d-b7a7-40f6b9180b6b_Name">
    <vt:lpwstr>a15a25aa-e944-415d-b7a7-40f6b9180b6b</vt:lpwstr>
  </property>
  <property fmtid="{D5CDD505-2E9C-101B-9397-08002B2CF9AE}" pid="26" name="MSIP_Label_a15a25aa-e944-415d-b7a7-40f6b9180b6b_SiteId">
    <vt:lpwstr>eeb8d0e8-3544-41d3-aac6-934c309faf5a</vt:lpwstr>
  </property>
  <property fmtid="{D5CDD505-2E9C-101B-9397-08002B2CF9AE}" pid="27" name="MSIP_Label_a15a25aa-e944-415d-b7a7-40f6b9180b6b_ActionId">
    <vt:lpwstr>3e7b0d4e-e63b-4e6e-ab2e-c5e78962ae59</vt:lpwstr>
  </property>
  <property fmtid="{D5CDD505-2E9C-101B-9397-08002B2CF9AE}" pid="28" name="MSIP_Label_a15a25aa-e944-415d-b7a7-40f6b9180b6b_ContentBits">
    <vt:lpwstr>0</vt:lpwstr>
  </property>
  <property fmtid="{D5CDD505-2E9C-101B-9397-08002B2CF9AE}" pid="29" name="MSIP_Label_a15a25aa-e944-415d-b7a7-40f6b9180b6b_Tag">
    <vt:lpwstr>10, 3, 0, 1</vt:lpwstr>
  </property>
</Properties>
</file>